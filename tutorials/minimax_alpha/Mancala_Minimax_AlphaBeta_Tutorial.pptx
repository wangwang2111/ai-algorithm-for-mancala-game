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F33E96-76B7-4C1E-B42A-C02EDC1A1363}" v="9" dt="2025-10-01T03:37:58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g Quang Nguyen" userId="ec36a3be-f5ee-460f-affb-adaaf9888250" providerId="ADAL" clId="{39655CFB-B077-4EA7-9908-37C0C08D3DC6}"/>
    <pc:docChg chg="undo custSel addSld delSld modSld">
      <pc:chgData name="Dang Quang Nguyen" userId="ec36a3be-f5ee-460f-affb-adaaf9888250" providerId="ADAL" clId="{39655CFB-B077-4EA7-9908-37C0C08D3DC6}" dt="2025-10-01T03:37:58.053" v="166" actId="20577"/>
      <pc:docMkLst>
        <pc:docMk/>
      </pc:docMkLst>
      <pc:sldChg chg="addSp modSp mod setBg addAnim">
        <pc:chgData name="Dang Quang Nguyen" userId="ec36a3be-f5ee-460f-affb-adaaf9888250" providerId="ADAL" clId="{39655CFB-B077-4EA7-9908-37C0C08D3DC6}" dt="2025-10-01T03:37:58.053" v="166" actId="20577"/>
        <pc:sldMkLst>
          <pc:docMk/>
          <pc:sldMk cId="0" sldId="256"/>
        </pc:sldMkLst>
        <pc:spChg chg="mod">
          <ac:chgData name="Dang Quang Nguyen" userId="ec36a3be-f5ee-460f-affb-adaaf9888250" providerId="ADAL" clId="{39655CFB-B077-4EA7-9908-37C0C08D3DC6}" dt="2025-09-28T23:07:46.413" v="149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Dang Quang Nguyen" userId="ec36a3be-f5ee-460f-affb-adaaf9888250" providerId="ADAL" clId="{39655CFB-B077-4EA7-9908-37C0C08D3DC6}" dt="2025-10-01T03:37:58.053" v="166" actId="20577"/>
          <ac:spMkLst>
            <pc:docMk/>
            <pc:sldMk cId="0" sldId="256"/>
            <ac:spMk id="3" creationId="{00000000-0000-0000-0000-000000000000}"/>
          </ac:spMkLst>
        </pc:spChg>
        <pc:spChg chg="add">
          <ac:chgData name="Dang Quang Nguyen" userId="ec36a3be-f5ee-460f-affb-adaaf9888250" providerId="ADAL" clId="{39655CFB-B077-4EA7-9908-37C0C08D3DC6}" dt="2025-09-28T23:07:46.413" v="149" actId="26606"/>
          <ac:spMkLst>
            <pc:docMk/>
            <pc:sldMk cId="0" sldId="256"/>
            <ac:spMk id="8" creationId="{A540FAC9-3505-49ED-9B06-A0F8C1485394}"/>
          </ac:spMkLst>
        </pc:spChg>
        <pc:spChg chg="add">
          <ac:chgData name="Dang Quang Nguyen" userId="ec36a3be-f5ee-460f-affb-adaaf9888250" providerId="ADAL" clId="{39655CFB-B077-4EA7-9908-37C0C08D3DC6}" dt="2025-09-28T23:07:46.413" v="149" actId="26606"/>
          <ac:spMkLst>
            <pc:docMk/>
            <pc:sldMk cId="0" sldId="256"/>
            <ac:spMk id="10" creationId="{9879B3CD-E329-42F5-B136-BA1F37EC0532}"/>
          </ac:spMkLst>
        </pc:spChg>
        <pc:spChg chg="add">
          <ac:chgData name="Dang Quang Nguyen" userId="ec36a3be-f5ee-460f-affb-adaaf9888250" providerId="ADAL" clId="{39655CFB-B077-4EA7-9908-37C0C08D3DC6}" dt="2025-09-28T23:07:46.413" v="149" actId="26606"/>
          <ac:spMkLst>
            <pc:docMk/>
            <pc:sldMk cId="0" sldId="256"/>
            <ac:spMk id="14" creationId="{EA0B4097-B645-43E0-A2B5-B8D688E74592}"/>
          </ac:spMkLst>
        </pc:spChg>
        <pc:cxnChg chg="add">
          <ac:chgData name="Dang Quang Nguyen" userId="ec36a3be-f5ee-460f-affb-adaaf9888250" providerId="ADAL" clId="{39655CFB-B077-4EA7-9908-37C0C08D3DC6}" dt="2025-09-28T23:07:46.413" v="149" actId="26606"/>
          <ac:cxnSpMkLst>
            <pc:docMk/>
            <pc:sldMk cId="0" sldId="256"/>
            <ac:cxnSpMk id="12" creationId="{51B042EF-3024-4C57-B282-1B30607FB7C7}"/>
          </ac:cxnSpMkLst>
        </pc:cxnChg>
      </pc:sldChg>
      <pc:sldChg chg="del">
        <pc:chgData name="Dang Quang Nguyen" userId="ec36a3be-f5ee-460f-affb-adaaf9888250" providerId="ADAL" clId="{39655CFB-B077-4EA7-9908-37C0C08D3DC6}" dt="2025-09-17T19:06:42.347" v="24" actId="47"/>
        <pc:sldMkLst>
          <pc:docMk/>
          <pc:sldMk cId="0" sldId="257"/>
        </pc:sldMkLst>
      </pc:sldChg>
      <pc:sldChg chg="addSp delSp modSp mod setBg delDesignElem">
        <pc:chgData name="Dang Quang Nguyen" userId="ec36a3be-f5ee-460f-affb-adaaf9888250" providerId="ADAL" clId="{39655CFB-B077-4EA7-9908-37C0C08D3DC6}" dt="2025-09-28T23:10:08.154" v="155" actId="26606"/>
        <pc:sldMkLst>
          <pc:docMk/>
          <pc:sldMk cId="0" sldId="258"/>
        </pc:sldMkLst>
        <pc:spChg chg="mod">
          <ac:chgData name="Dang Quang Nguyen" userId="ec36a3be-f5ee-460f-affb-adaaf9888250" providerId="ADAL" clId="{39655CFB-B077-4EA7-9908-37C0C08D3DC6}" dt="2025-09-28T23:10:08.154" v="155" actId="26606"/>
          <ac:spMkLst>
            <pc:docMk/>
            <pc:sldMk cId="0" sldId="258"/>
            <ac:spMk id="2" creationId="{00000000-0000-0000-0000-000000000000}"/>
          </ac:spMkLst>
        </pc:spChg>
        <pc:spChg chg="mod ord">
          <ac:chgData name="Dang Quang Nguyen" userId="ec36a3be-f5ee-460f-affb-adaaf9888250" providerId="ADAL" clId="{39655CFB-B077-4EA7-9908-37C0C08D3DC6}" dt="2025-09-28T23:10:08.154" v="155" actId="26606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Dang Quang Nguyen" userId="ec36a3be-f5ee-460f-affb-adaaf9888250" providerId="ADAL" clId="{39655CFB-B077-4EA7-9908-37C0C08D3DC6}" dt="2025-09-28T23:10:08.154" v="155" actId="26606"/>
          <ac:picMkLst>
            <pc:docMk/>
            <pc:sldMk cId="0" sldId="258"/>
            <ac:picMk id="7" creationId="{E8C68E87-BF3C-C7E4-6560-99CE435BD65C}"/>
          </ac:picMkLst>
        </pc:picChg>
      </pc:sldChg>
      <pc:sldChg chg="modSp mod">
        <pc:chgData name="Dang Quang Nguyen" userId="ec36a3be-f5ee-460f-affb-adaaf9888250" providerId="ADAL" clId="{39655CFB-B077-4EA7-9908-37C0C08D3DC6}" dt="2025-09-28T23:07:22.356" v="144"/>
        <pc:sldMkLst>
          <pc:docMk/>
          <pc:sldMk cId="0" sldId="259"/>
        </pc:sldMkLst>
        <pc:spChg chg="mod">
          <ac:chgData name="Dang Quang Nguyen" userId="ec36a3be-f5ee-460f-affb-adaaf9888250" providerId="ADAL" clId="{39655CFB-B077-4EA7-9908-37C0C08D3DC6}" dt="2025-09-28T23:07:22.356" v="144"/>
          <ac:spMkLst>
            <pc:docMk/>
            <pc:sldMk cId="0" sldId="259"/>
            <ac:spMk id="2" creationId="{00000000-0000-0000-0000-000000000000}"/>
          </ac:spMkLst>
        </pc:spChg>
        <pc:spChg chg="mod">
          <ac:chgData name="Dang Quang Nguyen" userId="ec36a3be-f5ee-460f-affb-adaaf9888250" providerId="ADAL" clId="{39655CFB-B077-4EA7-9908-37C0C08D3DC6}" dt="2025-09-28T23:07:22.356" v="144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 setBg">
        <pc:chgData name="Dang Quang Nguyen" userId="ec36a3be-f5ee-460f-affb-adaaf9888250" providerId="ADAL" clId="{39655CFB-B077-4EA7-9908-37C0C08D3DC6}" dt="2025-09-28T23:10:25.336" v="156" actId="26606"/>
        <pc:sldMkLst>
          <pc:docMk/>
          <pc:sldMk cId="0" sldId="260"/>
        </pc:sldMkLst>
        <pc:spChg chg="mod">
          <ac:chgData name="Dang Quang Nguyen" userId="ec36a3be-f5ee-460f-affb-adaaf9888250" providerId="ADAL" clId="{39655CFB-B077-4EA7-9908-37C0C08D3DC6}" dt="2025-09-28T23:10:25.336" v="156" actId="26606"/>
          <ac:spMkLst>
            <pc:docMk/>
            <pc:sldMk cId="0" sldId="260"/>
            <ac:spMk id="2" creationId="{00000000-0000-0000-0000-000000000000}"/>
          </ac:spMkLst>
        </pc:spChg>
        <pc:graphicFrameChg chg="add">
          <ac:chgData name="Dang Quang Nguyen" userId="ec36a3be-f5ee-460f-affb-adaaf9888250" providerId="ADAL" clId="{39655CFB-B077-4EA7-9908-37C0C08D3DC6}" dt="2025-09-28T23:10:25.336" v="156" actId="26606"/>
          <ac:graphicFrameMkLst>
            <pc:docMk/>
            <pc:sldMk cId="0" sldId="260"/>
            <ac:graphicFrameMk id="5" creationId="{25EB0D4D-293B-D72D-FF21-FD4DE380F42E}"/>
          </ac:graphicFrameMkLst>
        </pc:graphicFrameChg>
      </pc:sldChg>
      <pc:sldChg chg="addSp modSp mod setBg">
        <pc:chgData name="Dang Quang Nguyen" userId="ec36a3be-f5ee-460f-affb-adaaf9888250" providerId="ADAL" clId="{39655CFB-B077-4EA7-9908-37C0C08D3DC6}" dt="2025-09-28T23:10:45.810" v="157" actId="26606"/>
        <pc:sldMkLst>
          <pc:docMk/>
          <pc:sldMk cId="0" sldId="261"/>
        </pc:sldMkLst>
        <pc:spChg chg="mod">
          <ac:chgData name="Dang Quang Nguyen" userId="ec36a3be-f5ee-460f-affb-adaaf9888250" providerId="ADAL" clId="{39655CFB-B077-4EA7-9908-37C0C08D3DC6}" dt="2025-09-28T23:10:45.810" v="157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Dang Quang Nguyen" userId="ec36a3be-f5ee-460f-affb-adaaf9888250" providerId="ADAL" clId="{39655CFB-B077-4EA7-9908-37C0C08D3DC6}" dt="2025-09-28T23:10:45.810" v="157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Dang Quang Nguyen" userId="ec36a3be-f5ee-460f-affb-adaaf9888250" providerId="ADAL" clId="{39655CFB-B077-4EA7-9908-37C0C08D3DC6}" dt="2025-09-28T23:10:45.810" v="157" actId="26606"/>
          <ac:spMkLst>
            <pc:docMk/>
            <pc:sldMk cId="0" sldId="261"/>
            <ac:spMk id="8" creationId="{BE194971-2F2D-44B0-8AE6-FF2DCCEE0A96}"/>
          </ac:spMkLst>
        </pc:spChg>
        <pc:spChg chg="add">
          <ac:chgData name="Dang Quang Nguyen" userId="ec36a3be-f5ee-460f-affb-adaaf9888250" providerId="ADAL" clId="{39655CFB-B077-4EA7-9908-37C0C08D3DC6}" dt="2025-09-28T23:10:45.810" v="157" actId="26606"/>
          <ac:spMkLst>
            <pc:docMk/>
            <pc:sldMk cId="0" sldId="261"/>
            <ac:spMk id="10" creationId="{1FF9A61E-EB11-4C46-82E1-3E00A3B4B4D6}"/>
          </ac:spMkLst>
        </pc:spChg>
        <pc:spChg chg="add">
          <ac:chgData name="Dang Quang Nguyen" userId="ec36a3be-f5ee-460f-affb-adaaf9888250" providerId="ADAL" clId="{39655CFB-B077-4EA7-9908-37C0C08D3DC6}" dt="2025-09-28T23:10:45.810" v="157" actId="26606"/>
          <ac:spMkLst>
            <pc:docMk/>
            <pc:sldMk cId="0" sldId="261"/>
            <ac:spMk id="14" creationId="{0BA28970-3E8F-46CD-A302-42EE83668B0A}"/>
          </ac:spMkLst>
        </pc:spChg>
        <pc:cxnChg chg="add">
          <ac:chgData name="Dang Quang Nguyen" userId="ec36a3be-f5ee-460f-affb-adaaf9888250" providerId="ADAL" clId="{39655CFB-B077-4EA7-9908-37C0C08D3DC6}" dt="2025-09-28T23:10:45.810" v="157" actId="26606"/>
          <ac:cxnSpMkLst>
            <pc:docMk/>
            <pc:sldMk cId="0" sldId="261"/>
            <ac:cxnSpMk id="12" creationId="{5E564EB3-35F2-4EFF-87DC-642DC020526D}"/>
          </ac:cxnSpMkLst>
        </pc:cxnChg>
        <pc:cxnChg chg="add">
          <ac:chgData name="Dang Quang Nguyen" userId="ec36a3be-f5ee-460f-affb-adaaf9888250" providerId="ADAL" clId="{39655CFB-B077-4EA7-9908-37C0C08D3DC6}" dt="2025-09-28T23:10:45.810" v="157" actId="26606"/>
          <ac:cxnSpMkLst>
            <pc:docMk/>
            <pc:sldMk cId="0" sldId="261"/>
            <ac:cxnSpMk id="16" creationId="{47AE7893-212D-45CB-A5B0-AE377389AB3F}"/>
          </ac:cxnSpMkLst>
        </pc:cxnChg>
      </pc:sldChg>
      <pc:sldChg chg="addSp delSp modSp mod setBg">
        <pc:chgData name="Dang Quang Nguyen" userId="ec36a3be-f5ee-460f-affb-adaaf9888250" providerId="ADAL" clId="{39655CFB-B077-4EA7-9908-37C0C08D3DC6}" dt="2025-09-28T23:11:01.826" v="160" actId="26606"/>
        <pc:sldMkLst>
          <pc:docMk/>
          <pc:sldMk cId="0" sldId="262"/>
        </pc:sldMkLst>
        <pc:spChg chg="mod">
          <ac:chgData name="Dang Quang Nguyen" userId="ec36a3be-f5ee-460f-affb-adaaf9888250" providerId="ADAL" clId="{39655CFB-B077-4EA7-9908-37C0C08D3DC6}" dt="2025-09-28T23:11:01.826" v="160" actId="26606"/>
          <ac:spMkLst>
            <pc:docMk/>
            <pc:sldMk cId="0" sldId="262"/>
            <ac:spMk id="2" creationId="{00000000-0000-0000-0000-000000000000}"/>
          </ac:spMkLst>
        </pc:spChg>
        <pc:spChg chg="mod">
          <ac:chgData name="Dang Quang Nguyen" userId="ec36a3be-f5ee-460f-affb-adaaf9888250" providerId="ADAL" clId="{39655CFB-B077-4EA7-9908-37C0C08D3DC6}" dt="2025-09-28T23:11:01.826" v="160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Dang Quang Nguyen" userId="ec36a3be-f5ee-460f-affb-adaaf9888250" providerId="ADAL" clId="{39655CFB-B077-4EA7-9908-37C0C08D3DC6}" dt="2025-09-28T23:11:01.826" v="160" actId="26606"/>
          <ac:spMkLst>
            <pc:docMk/>
            <pc:sldMk cId="0" sldId="262"/>
            <ac:spMk id="8" creationId="{B0890400-BB8B-4A44-AB63-65C7CA223EBA}"/>
          </ac:spMkLst>
        </pc:spChg>
        <pc:cxnChg chg="add">
          <ac:chgData name="Dang Quang Nguyen" userId="ec36a3be-f5ee-460f-affb-adaaf9888250" providerId="ADAL" clId="{39655CFB-B077-4EA7-9908-37C0C08D3DC6}" dt="2025-09-28T23:11:01.826" v="160" actId="26606"/>
          <ac:cxnSpMkLst>
            <pc:docMk/>
            <pc:sldMk cId="0" sldId="262"/>
            <ac:cxnSpMk id="10" creationId="{4D39B797-CDC6-4529-8A36-9CBFC9816337}"/>
          </ac:cxnSpMkLst>
        </pc:cxnChg>
      </pc:sldChg>
      <pc:sldChg chg="addSp modSp mod setBg">
        <pc:chgData name="Dang Quang Nguyen" userId="ec36a3be-f5ee-460f-affb-adaaf9888250" providerId="ADAL" clId="{39655CFB-B077-4EA7-9908-37C0C08D3DC6}" dt="2025-09-28T23:11:20.177" v="161" actId="26606"/>
        <pc:sldMkLst>
          <pc:docMk/>
          <pc:sldMk cId="0" sldId="263"/>
        </pc:sldMkLst>
        <pc:spChg chg="mod">
          <ac:chgData name="Dang Quang Nguyen" userId="ec36a3be-f5ee-460f-affb-adaaf9888250" providerId="ADAL" clId="{39655CFB-B077-4EA7-9908-37C0C08D3DC6}" dt="2025-09-28T23:11:20.177" v="161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Dang Quang Nguyen" userId="ec36a3be-f5ee-460f-affb-adaaf9888250" providerId="ADAL" clId="{39655CFB-B077-4EA7-9908-37C0C08D3DC6}" dt="2025-09-28T23:11:20.177" v="161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Dang Quang Nguyen" userId="ec36a3be-f5ee-460f-affb-adaaf9888250" providerId="ADAL" clId="{39655CFB-B077-4EA7-9908-37C0C08D3DC6}" dt="2025-09-28T23:11:20.177" v="161" actId="26606"/>
          <ac:spMkLst>
            <pc:docMk/>
            <pc:sldMk cId="0" sldId="263"/>
            <ac:spMk id="8" creationId="{77D7B666-D5E6-48CE-B26A-FB5E5C34AF90}"/>
          </ac:spMkLst>
        </pc:spChg>
        <pc:spChg chg="add">
          <ac:chgData name="Dang Quang Nguyen" userId="ec36a3be-f5ee-460f-affb-adaaf9888250" providerId="ADAL" clId="{39655CFB-B077-4EA7-9908-37C0C08D3DC6}" dt="2025-09-28T23:11:20.177" v="161" actId="26606"/>
          <ac:spMkLst>
            <pc:docMk/>
            <pc:sldMk cId="0" sldId="263"/>
            <ac:spMk id="10" creationId="{F6EE670A-A41A-44AD-BC1C-2090365EB5B3}"/>
          </ac:spMkLst>
        </pc:spChg>
      </pc:sldChg>
      <pc:sldChg chg="addSp modSp mod setBg">
        <pc:chgData name="Dang Quang Nguyen" userId="ec36a3be-f5ee-460f-affb-adaaf9888250" providerId="ADAL" clId="{39655CFB-B077-4EA7-9908-37C0C08D3DC6}" dt="2025-09-28T23:11:45.239" v="162" actId="26606"/>
        <pc:sldMkLst>
          <pc:docMk/>
          <pc:sldMk cId="0" sldId="264"/>
        </pc:sldMkLst>
        <pc:spChg chg="mod">
          <ac:chgData name="Dang Quang Nguyen" userId="ec36a3be-f5ee-460f-affb-adaaf9888250" providerId="ADAL" clId="{39655CFB-B077-4EA7-9908-37C0C08D3DC6}" dt="2025-09-28T23:11:45.239" v="162" actId="26606"/>
          <ac:spMkLst>
            <pc:docMk/>
            <pc:sldMk cId="0" sldId="264"/>
            <ac:spMk id="2" creationId="{00000000-0000-0000-0000-000000000000}"/>
          </ac:spMkLst>
        </pc:spChg>
        <pc:spChg chg="mod">
          <ac:chgData name="Dang Quang Nguyen" userId="ec36a3be-f5ee-460f-affb-adaaf9888250" providerId="ADAL" clId="{39655CFB-B077-4EA7-9908-37C0C08D3DC6}" dt="2025-09-28T23:11:45.239" v="162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Dang Quang Nguyen" userId="ec36a3be-f5ee-460f-affb-adaaf9888250" providerId="ADAL" clId="{39655CFB-B077-4EA7-9908-37C0C08D3DC6}" dt="2025-09-28T23:11:45.239" v="162" actId="26606"/>
          <ac:spMkLst>
            <pc:docMk/>
            <pc:sldMk cId="0" sldId="264"/>
            <ac:spMk id="8" creationId="{77D7B666-D5E6-48CE-B26A-FB5E5C34AF90}"/>
          </ac:spMkLst>
        </pc:spChg>
        <pc:spChg chg="add">
          <ac:chgData name="Dang Quang Nguyen" userId="ec36a3be-f5ee-460f-affb-adaaf9888250" providerId="ADAL" clId="{39655CFB-B077-4EA7-9908-37C0C08D3DC6}" dt="2025-09-28T23:11:45.239" v="162" actId="26606"/>
          <ac:spMkLst>
            <pc:docMk/>
            <pc:sldMk cId="0" sldId="264"/>
            <ac:spMk id="10" creationId="{F6EE670A-A41A-44AD-BC1C-2090365EB5B3}"/>
          </ac:spMkLst>
        </pc:spChg>
      </pc:sldChg>
      <pc:sldChg chg="addSp delSp modSp mod setBg">
        <pc:chgData name="Dang Quang Nguyen" userId="ec36a3be-f5ee-460f-affb-adaaf9888250" providerId="ADAL" clId="{39655CFB-B077-4EA7-9908-37C0C08D3DC6}" dt="2025-09-28T23:11:54.237" v="163" actId="26606"/>
        <pc:sldMkLst>
          <pc:docMk/>
          <pc:sldMk cId="0" sldId="265"/>
        </pc:sldMkLst>
        <pc:spChg chg="mod">
          <ac:chgData name="Dang Quang Nguyen" userId="ec36a3be-f5ee-460f-affb-adaaf9888250" providerId="ADAL" clId="{39655CFB-B077-4EA7-9908-37C0C08D3DC6}" dt="2025-09-28T23:11:54.237" v="163" actId="26606"/>
          <ac:spMkLst>
            <pc:docMk/>
            <pc:sldMk cId="0" sldId="265"/>
            <ac:spMk id="2" creationId="{00000000-0000-0000-0000-000000000000}"/>
          </ac:spMkLst>
        </pc:spChg>
        <pc:graphicFrameChg chg="add">
          <ac:chgData name="Dang Quang Nguyen" userId="ec36a3be-f5ee-460f-affb-adaaf9888250" providerId="ADAL" clId="{39655CFB-B077-4EA7-9908-37C0C08D3DC6}" dt="2025-09-28T23:11:54.237" v="163" actId="26606"/>
          <ac:graphicFrameMkLst>
            <pc:docMk/>
            <pc:sldMk cId="0" sldId="265"/>
            <ac:graphicFrameMk id="5" creationId="{DE4E0ED5-8408-13E7-A75B-4F89128895AC}"/>
          </ac:graphicFrameMkLst>
        </pc:graphicFrameChg>
      </pc:sldChg>
      <pc:sldChg chg="modSp mod">
        <pc:chgData name="Dang Quang Nguyen" userId="ec36a3be-f5ee-460f-affb-adaaf9888250" providerId="ADAL" clId="{39655CFB-B077-4EA7-9908-37C0C08D3DC6}" dt="2025-09-28T23:07:22.356" v="144"/>
        <pc:sldMkLst>
          <pc:docMk/>
          <pc:sldMk cId="0" sldId="266"/>
        </pc:sldMkLst>
        <pc:spChg chg="mod">
          <ac:chgData name="Dang Quang Nguyen" userId="ec36a3be-f5ee-460f-affb-adaaf9888250" providerId="ADAL" clId="{39655CFB-B077-4EA7-9908-37C0C08D3DC6}" dt="2025-09-28T23:07:22.356" v="144"/>
          <ac:spMkLst>
            <pc:docMk/>
            <pc:sldMk cId="0" sldId="266"/>
            <ac:spMk id="2" creationId="{00000000-0000-0000-0000-000000000000}"/>
          </ac:spMkLst>
        </pc:spChg>
        <pc:spChg chg="mod">
          <ac:chgData name="Dang Quang Nguyen" userId="ec36a3be-f5ee-460f-affb-adaaf9888250" providerId="ADAL" clId="{39655CFB-B077-4EA7-9908-37C0C08D3DC6}" dt="2025-09-28T23:07:22.356" v="144"/>
          <ac:spMkLst>
            <pc:docMk/>
            <pc:sldMk cId="0" sldId="266"/>
            <ac:spMk id="3" creationId="{00000000-0000-0000-0000-000000000000}"/>
          </ac:spMkLst>
        </pc:spChg>
      </pc:sldChg>
      <pc:sldChg chg="del">
        <pc:chgData name="Dang Quang Nguyen" userId="ec36a3be-f5ee-460f-affb-adaaf9888250" providerId="ADAL" clId="{39655CFB-B077-4EA7-9908-37C0C08D3DC6}" dt="2025-09-19T03:21:02.904" v="117" actId="47"/>
        <pc:sldMkLst>
          <pc:docMk/>
          <pc:sldMk cId="0" sldId="267"/>
        </pc:sldMkLst>
      </pc:sldChg>
      <pc:sldChg chg="modSp mod">
        <pc:chgData name="Dang Quang Nguyen" userId="ec36a3be-f5ee-460f-affb-adaaf9888250" providerId="ADAL" clId="{39655CFB-B077-4EA7-9908-37C0C08D3DC6}" dt="2025-09-28T23:07:22.356" v="144"/>
        <pc:sldMkLst>
          <pc:docMk/>
          <pc:sldMk cId="0" sldId="268"/>
        </pc:sldMkLst>
        <pc:spChg chg="mod">
          <ac:chgData name="Dang Quang Nguyen" userId="ec36a3be-f5ee-460f-affb-adaaf9888250" providerId="ADAL" clId="{39655CFB-B077-4EA7-9908-37C0C08D3DC6}" dt="2025-09-28T23:07:22.356" v="144"/>
          <ac:spMkLst>
            <pc:docMk/>
            <pc:sldMk cId="0" sldId="268"/>
            <ac:spMk id="2" creationId="{00000000-0000-0000-0000-000000000000}"/>
          </ac:spMkLst>
        </pc:spChg>
        <pc:spChg chg="mod">
          <ac:chgData name="Dang Quang Nguyen" userId="ec36a3be-f5ee-460f-affb-adaaf9888250" providerId="ADAL" clId="{39655CFB-B077-4EA7-9908-37C0C08D3DC6}" dt="2025-09-28T23:07:22.356" v="144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Dang Quang Nguyen" userId="ec36a3be-f5ee-460f-affb-adaaf9888250" providerId="ADAL" clId="{39655CFB-B077-4EA7-9908-37C0C08D3DC6}" dt="2025-09-28T23:07:22.356" v="144"/>
        <pc:sldMkLst>
          <pc:docMk/>
          <pc:sldMk cId="0" sldId="269"/>
        </pc:sldMkLst>
        <pc:spChg chg="mod">
          <ac:chgData name="Dang Quang Nguyen" userId="ec36a3be-f5ee-460f-affb-adaaf9888250" providerId="ADAL" clId="{39655CFB-B077-4EA7-9908-37C0C08D3DC6}" dt="2025-09-28T23:07:22.356" v="144"/>
          <ac:spMkLst>
            <pc:docMk/>
            <pc:sldMk cId="0" sldId="269"/>
            <ac:spMk id="2" creationId="{00000000-0000-0000-0000-000000000000}"/>
          </ac:spMkLst>
        </pc:spChg>
        <pc:spChg chg="mod">
          <ac:chgData name="Dang Quang Nguyen" userId="ec36a3be-f5ee-460f-affb-adaaf9888250" providerId="ADAL" clId="{39655CFB-B077-4EA7-9908-37C0C08D3DC6}" dt="2025-09-28T23:07:22.356" v="144"/>
          <ac:spMkLst>
            <pc:docMk/>
            <pc:sldMk cId="0" sldId="269"/>
            <ac:spMk id="3" creationId="{00000000-0000-0000-0000-000000000000}"/>
          </ac:spMkLst>
        </pc:spChg>
      </pc:sldChg>
      <pc:sldChg chg="add del">
        <pc:chgData name="Dang Quang Nguyen" userId="ec36a3be-f5ee-460f-affb-adaaf9888250" providerId="ADAL" clId="{39655CFB-B077-4EA7-9908-37C0C08D3DC6}" dt="2025-09-19T03:18:59.087" v="116" actId="47"/>
        <pc:sldMkLst>
          <pc:docMk/>
          <pc:sldMk cId="791464528" sldId="270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0383CE-E9CA-4891-9401-AF1F5D7A28A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A85DD5B-523E-479B-BF08-91D62066A6B3}">
      <dgm:prSet/>
      <dgm:spPr/>
      <dgm:t>
        <a:bodyPr/>
        <a:lstStyle/>
        <a:p>
          <a:r>
            <a:rPr lang="en-US"/>
            <a:t>legal_actions(state) → [0..5] indices for current player</a:t>
          </a:r>
        </a:p>
      </dgm:t>
    </dgm:pt>
    <dgm:pt modelId="{5CB9C201-960C-4F6B-901E-FFF3C641C006}" type="parTrans" cxnId="{D8EE3621-8482-41B2-AF37-50148ADA751A}">
      <dgm:prSet/>
      <dgm:spPr/>
      <dgm:t>
        <a:bodyPr/>
        <a:lstStyle/>
        <a:p>
          <a:endParaRPr lang="en-US"/>
        </a:p>
      </dgm:t>
    </dgm:pt>
    <dgm:pt modelId="{C5B8A07B-C65D-49E3-9D84-61E1C9E39DF3}" type="sibTrans" cxnId="{D8EE3621-8482-41B2-AF37-50148ADA751A}">
      <dgm:prSet/>
      <dgm:spPr/>
      <dgm:t>
        <a:bodyPr/>
        <a:lstStyle/>
        <a:p>
          <a:endParaRPr lang="en-US"/>
        </a:p>
      </dgm:t>
    </dgm:pt>
    <dgm:pt modelId="{7879D6CD-6553-411E-8040-6A7059C97026}">
      <dgm:prSet/>
      <dgm:spPr/>
      <dgm:t>
        <a:bodyPr/>
        <a:lstStyle/>
        <a:p>
          <a:r>
            <a:rPr lang="en-US"/>
            <a:t>step(state, action) → (next_state, reward, done)</a:t>
          </a:r>
        </a:p>
      </dgm:t>
    </dgm:pt>
    <dgm:pt modelId="{BC12D988-0F89-4F5E-B0BF-70C2EADA466B}" type="parTrans" cxnId="{7BCF1460-C36F-4FC9-A1A1-893CBEE0ADF8}">
      <dgm:prSet/>
      <dgm:spPr/>
      <dgm:t>
        <a:bodyPr/>
        <a:lstStyle/>
        <a:p>
          <a:endParaRPr lang="en-US"/>
        </a:p>
      </dgm:t>
    </dgm:pt>
    <dgm:pt modelId="{45461DD1-AE77-48DC-A16C-CD5F9E080FCA}" type="sibTrans" cxnId="{7BCF1460-C36F-4FC9-A1A1-893CBEE0ADF8}">
      <dgm:prSet/>
      <dgm:spPr/>
      <dgm:t>
        <a:bodyPr/>
        <a:lstStyle/>
        <a:p>
          <a:endParaRPr lang="en-US"/>
        </a:p>
      </dgm:t>
    </dgm:pt>
    <dgm:pt modelId="{DE524682-F882-44A9-B7F9-E63619B1EF38}">
      <dgm:prSet/>
      <dgm:spPr/>
      <dgm:t>
        <a:bodyPr/>
        <a:lstStyle/>
        <a:p>
          <a:r>
            <a:rPr lang="en-US"/>
            <a:t>evaluate(state) → heuristic score (higher is better for current player)</a:t>
          </a:r>
        </a:p>
      </dgm:t>
    </dgm:pt>
    <dgm:pt modelId="{215CBA22-A442-4103-930A-FC5EA43E0452}" type="parTrans" cxnId="{FF2D9948-66C4-414D-8E0A-CA1645D850DF}">
      <dgm:prSet/>
      <dgm:spPr/>
      <dgm:t>
        <a:bodyPr/>
        <a:lstStyle/>
        <a:p>
          <a:endParaRPr lang="en-US"/>
        </a:p>
      </dgm:t>
    </dgm:pt>
    <dgm:pt modelId="{996FBF57-458E-4F55-8FA7-1B09F339AAFF}" type="sibTrans" cxnId="{FF2D9948-66C4-414D-8E0A-CA1645D850DF}">
      <dgm:prSet/>
      <dgm:spPr/>
      <dgm:t>
        <a:bodyPr/>
        <a:lstStyle/>
        <a:p>
          <a:endParaRPr lang="en-US"/>
        </a:p>
      </dgm:t>
    </dgm:pt>
    <dgm:pt modelId="{CB9BD80C-8AC4-41DF-BD2A-078EF63479D1}">
      <dgm:prSet/>
      <dgm:spPr/>
      <dgm:t>
        <a:bodyPr/>
        <a:lstStyle/>
        <a:p>
          <a:r>
            <a:rPr lang="en-US"/>
            <a:t>Extra-turn nuance: if next_state.current_player == state.current_player → do NOT reduce depth</a:t>
          </a:r>
        </a:p>
      </dgm:t>
    </dgm:pt>
    <dgm:pt modelId="{42526BFB-52A7-4877-AB08-B7AEB13D8AD4}" type="parTrans" cxnId="{5BC03050-9CAC-47DA-A7B4-E9F1EA4823A9}">
      <dgm:prSet/>
      <dgm:spPr/>
      <dgm:t>
        <a:bodyPr/>
        <a:lstStyle/>
        <a:p>
          <a:endParaRPr lang="en-US"/>
        </a:p>
      </dgm:t>
    </dgm:pt>
    <dgm:pt modelId="{22B2B025-3C45-42CC-BED1-3FA26E01D968}" type="sibTrans" cxnId="{5BC03050-9CAC-47DA-A7B4-E9F1EA4823A9}">
      <dgm:prSet/>
      <dgm:spPr/>
      <dgm:t>
        <a:bodyPr/>
        <a:lstStyle/>
        <a:p>
          <a:endParaRPr lang="en-US"/>
        </a:p>
      </dgm:t>
    </dgm:pt>
    <dgm:pt modelId="{CD1D9C88-F8C0-4F7D-BC41-90A85AD0AF9A}" type="pres">
      <dgm:prSet presAssocID="{120383CE-E9CA-4891-9401-AF1F5D7A28AA}" presName="root" presStyleCnt="0">
        <dgm:presLayoutVars>
          <dgm:dir/>
          <dgm:resizeHandles val="exact"/>
        </dgm:presLayoutVars>
      </dgm:prSet>
      <dgm:spPr/>
    </dgm:pt>
    <dgm:pt modelId="{A83CF125-2B7E-40D8-8BFE-002F6CA8DC0D}" type="pres">
      <dgm:prSet presAssocID="{7A85DD5B-523E-479B-BF08-91D62066A6B3}" presName="compNode" presStyleCnt="0"/>
      <dgm:spPr/>
    </dgm:pt>
    <dgm:pt modelId="{F8C2475E-1616-411F-B932-B0067ED78203}" type="pres">
      <dgm:prSet presAssocID="{7A85DD5B-523E-479B-BF08-91D62066A6B3}" presName="bgRect" presStyleLbl="bgShp" presStyleIdx="0" presStyleCnt="4"/>
      <dgm:spPr/>
    </dgm:pt>
    <dgm:pt modelId="{6D40135C-51E3-4696-9A57-1A0E2108487E}" type="pres">
      <dgm:prSet presAssocID="{7A85DD5B-523E-479B-BF08-91D62066A6B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402297EB-06E5-4F21-96ED-9923A7A9764D}" type="pres">
      <dgm:prSet presAssocID="{7A85DD5B-523E-479B-BF08-91D62066A6B3}" presName="spaceRect" presStyleCnt="0"/>
      <dgm:spPr/>
    </dgm:pt>
    <dgm:pt modelId="{66731F0D-9357-4A13-B1C2-ED5D173DB68D}" type="pres">
      <dgm:prSet presAssocID="{7A85DD5B-523E-479B-BF08-91D62066A6B3}" presName="parTx" presStyleLbl="revTx" presStyleIdx="0" presStyleCnt="4">
        <dgm:presLayoutVars>
          <dgm:chMax val="0"/>
          <dgm:chPref val="0"/>
        </dgm:presLayoutVars>
      </dgm:prSet>
      <dgm:spPr/>
    </dgm:pt>
    <dgm:pt modelId="{1750B6C4-E11A-412E-A596-D96EB66397B9}" type="pres">
      <dgm:prSet presAssocID="{C5B8A07B-C65D-49E3-9D84-61E1C9E39DF3}" presName="sibTrans" presStyleCnt="0"/>
      <dgm:spPr/>
    </dgm:pt>
    <dgm:pt modelId="{7637C5E9-0EAF-4579-B534-D8B0577CDB06}" type="pres">
      <dgm:prSet presAssocID="{7879D6CD-6553-411E-8040-6A7059C97026}" presName="compNode" presStyleCnt="0"/>
      <dgm:spPr/>
    </dgm:pt>
    <dgm:pt modelId="{CCD5277C-F7CA-4928-9723-0EA1FB74C8C2}" type="pres">
      <dgm:prSet presAssocID="{7879D6CD-6553-411E-8040-6A7059C97026}" presName="bgRect" presStyleLbl="bgShp" presStyleIdx="1" presStyleCnt="4"/>
      <dgm:spPr/>
    </dgm:pt>
    <dgm:pt modelId="{4B05F1D7-2D08-44CA-96CF-1100F2CE56B8}" type="pres">
      <dgm:prSet presAssocID="{7879D6CD-6553-411E-8040-6A7059C9702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62DD1905-8408-4179-A3B9-1E047CADBB18}" type="pres">
      <dgm:prSet presAssocID="{7879D6CD-6553-411E-8040-6A7059C97026}" presName="spaceRect" presStyleCnt="0"/>
      <dgm:spPr/>
    </dgm:pt>
    <dgm:pt modelId="{2DAEF14A-2200-4D70-B9BB-27B8EB7BC4F6}" type="pres">
      <dgm:prSet presAssocID="{7879D6CD-6553-411E-8040-6A7059C97026}" presName="parTx" presStyleLbl="revTx" presStyleIdx="1" presStyleCnt="4">
        <dgm:presLayoutVars>
          <dgm:chMax val="0"/>
          <dgm:chPref val="0"/>
        </dgm:presLayoutVars>
      </dgm:prSet>
      <dgm:spPr/>
    </dgm:pt>
    <dgm:pt modelId="{E65E3A2C-3423-4E00-A830-15825DDFF126}" type="pres">
      <dgm:prSet presAssocID="{45461DD1-AE77-48DC-A16C-CD5F9E080FCA}" presName="sibTrans" presStyleCnt="0"/>
      <dgm:spPr/>
    </dgm:pt>
    <dgm:pt modelId="{9C063136-0BBD-4E6E-B293-913ED0AC8D62}" type="pres">
      <dgm:prSet presAssocID="{DE524682-F882-44A9-B7F9-E63619B1EF38}" presName="compNode" presStyleCnt="0"/>
      <dgm:spPr/>
    </dgm:pt>
    <dgm:pt modelId="{8B8EFF17-EE6C-46BA-B899-53C2E5359FED}" type="pres">
      <dgm:prSet presAssocID="{DE524682-F882-44A9-B7F9-E63619B1EF38}" presName="bgRect" presStyleLbl="bgShp" presStyleIdx="2" presStyleCnt="4"/>
      <dgm:spPr/>
    </dgm:pt>
    <dgm:pt modelId="{A09F242A-DF34-476D-9E57-F023C985A97D}" type="pres">
      <dgm:prSet presAssocID="{DE524682-F882-44A9-B7F9-E63619B1EF3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D2FAC9B-2008-4B19-8C76-74EB3EAFD1F9}" type="pres">
      <dgm:prSet presAssocID="{DE524682-F882-44A9-B7F9-E63619B1EF38}" presName="spaceRect" presStyleCnt="0"/>
      <dgm:spPr/>
    </dgm:pt>
    <dgm:pt modelId="{8DB2B8B0-9CFB-451D-966C-D6AA7BC63762}" type="pres">
      <dgm:prSet presAssocID="{DE524682-F882-44A9-B7F9-E63619B1EF38}" presName="parTx" presStyleLbl="revTx" presStyleIdx="2" presStyleCnt="4">
        <dgm:presLayoutVars>
          <dgm:chMax val="0"/>
          <dgm:chPref val="0"/>
        </dgm:presLayoutVars>
      </dgm:prSet>
      <dgm:spPr/>
    </dgm:pt>
    <dgm:pt modelId="{F72E54FC-2D22-4472-AC07-9E297E3893D7}" type="pres">
      <dgm:prSet presAssocID="{996FBF57-458E-4F55-8FA7-1B09F339AAFF}" presName="sibTrans" presStyleCnt="0"/>
      <dgm:spPr/>
    </dgm:pt>
    <dgm:pt modelId="{10C42459-F539-457C-B00F-6CA2693835AB}" type="pres">
      <dgm:prSet presAssocID="{CB9BD80C-8AC4-41DF-BD2A-078EF63479D1}" presName="compNode" presStyleCnt="0"/>
      <dgm:spPr/>
    </dgm:pt>
    <dgm:pt modelId="{C26875D8-C3C7-48C6-9D2E-9F81CB336DA6}" type="pres">
      <dgm:prSet presAssocID="{CB9BD80C-8AC4-41DF-BD2A-078EF63479D1}" presName="bgRect" presStyleLbl="bgShp" presStyleIdx="3" presStyleCnt="4"/>
      <dgm:spPr/>
    </dgm:pt>
    <dgm:pt modelId="{461C2CB3-678F-4963-9244-54B0754A69EF}" type="pres">
      <dgm:prSet presAssocID="{CB9BD80C-8AC4-41DF-BD2A-078EF63479D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89355CCA-04C6-41A3-BDCA-C2D13C55D083}" type="pres">
      <dgm:prSet presAssocID="{CB9BD80C-8AC4-41DF-BD2A-078EF63479D1}" presName="spaceRect" presStyleCnt="0"/>
      <dgm:spPr/>
    </dgm:pt>
    <dgm:pt modelId="{1E01CC90-C159-4261-B898-7DFD811BC0EE}" type="pres">
      <dgm:prSet presAssocID="{CB9BD80C-8AC4-41DF-BD2A-078EF63479D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8EE3621-8482-41B2-AF37-50148ADA751A}" srcId="{120383CE-E9CA-4891-9401-AF1F5D7A28AA}" destId="{7A85DD5B-523E-479B-BF08-91D62066A6B3}" srcOrd="0" destOrd="0" parTransId="{5CB9C201-960C-4F6B-901E-FFF3C641C006}" sibTransId="{C5B8A07B-C65D-49E3-9D84-61E1C9E39DF3}"/>
    <dgm:cxn modelId="{63CFBA26-AB91-4947-B12F-F878925F6C7A}" type="presOf" srcId="{7A85DD5B-523E-479B-BF08-91D62066A6B3}" destId="{66731F0D-9357-4A13-B1C2-ED5D173DB68D}" srcOrd="0" destOrd="0" presId="urn:microsoft.com/office/officeart/2018/2/layout/IconVerticalSolidList"/>
    <dgm:cxn modelId="{715E622F-01BA-466E-B13F-83D489C41DCE}" type="presOf" srcId="{DE524682-F882-44A9-B7F9-E63619B1EF38}" destId="{8DB2B8B0-9CFB-451D-966C-D6AA7BC63762}" srcOrd="0" destOrd="0" presId="urn:microsoft.com/office/officeart/2018/2/layout/IconVerticalSolidList"/>
    <dgm:cxn modelId="{7BCF1460-C36F-4FC9-A1A1-893CBEE0ADF8}" srcId="{120383CE-E9CA-4891-9401-AF1F5D7A28AA}" destId="{7879D6CD-6553-411E-8040-6A7059C97026}" srcOrd="1" destOrd="0" parTransId="{BC12D988-0F89-4F5E-B0BF-70C2EADA466B}" sibTransId="{45461DD1-AE77-48DC-A16C-CD5F9E080FCA}"/>
    <dgm:cxn modelId="{FF2D9948-66C4-414D-8E0A-CA1645D850DF}" srcId="{120383CE-E9CA-4891-9401-AF1F5D7A28AA}" destId="{DE524682-F882-44A9-B7F9-E63619B1EF38}" srcOrd="2" destOrd="0" parTransId="{215CBA22-A442-4103-930A-FC5EA43E0452}" sibTransId="{996FBF57-458E-4F55-8FA7-1B09F339AAFF}"/>
    <dgm:cxn modelId="{5BC03050-9CAC-47DA-A7B4-E9F1EA4823A9}" srcId="{120383CE-E9CA-4891-9401-AF1F5D7A28AA}" destId="{CB9BD80C-8AC4-41DF-BD2A-078EF63479D1}" srcOrd="3" destOrd="0" parTransId="{42526BFB-52A7-4877-AB08-B7AEB13D8AD4}" sibTransId="{22B2B025-3C45-42CC-BED1-3FA26E01D968}"/>
    <dgm:cxn modelId="{53B0DC85-EB26-4A33-B07D-6A30B5988D6C}" type="presOf" srcId="{7879D6CD-6553-411E-8040-6A7059C97026}" destId="{2DAEF14A-2200-4D70-B9BB-27B8EB7BC4F6}" srcOrd="0" destOrd="0" presId="urn:microsoft.com/office/officeart/2018/2/layout/IconVerticalSolidList"/>
    <dgm:cxn modelId="{3BD511B1-9C53-4202-A4D9-C63F4E4FAC0A}" type="presOf" srcId="{CB9BD80C-8AC4-41DF-BD2A-078EF63479D1}" destId="{1E01CC90-C159-4261-B898-7DFD811BC0EE}" srcOrd="0" destOrd="0" presId="urn:microsoft.com/office/officeart/2018/2/layout/IconVerticalSolidList"/>
    <dgm:cxn modelId="{59B34BD6-DF7F-4B27-B679-76BC313A80B6}" type="presOf" srcId="{120383CE-E9CA-4891-9401-AF1F5D7A28AA}" destId="{CD1D9C88-F8C0-4F7D-BC41-90A85AD0AF9A}" srcOrd="0" destOrd="0" presId="urn:microsoft.com/office/officeart/2018/2/layout/IconVerticalSolidList"/>
    <dgm:cxn modelId="{E5BC0986-7B3E-4BF9-90FE-E6196452D4A2}" type="presParOf" srcId="{CD1D9C88-F8C0-4F7D-BC41-90A85AD0AF9A}" destId="{A83CF125-2B7E-40D8-8BFE-002F6CA8DC0D}" srcOrd="0" destOrd="0" presId="urn:microsoft.com/office/officeart/2018/2/layout/IconVerticalSolidList"/>
    <dgm:cxn modelId="{32DF2407-681E-4F68-BF31-455610993987}" type="presParOf" srcId="{A83CF125-2B7E-40D8-8BFE-002F6CA8DC0D}" destId="{F8C2475E-1616-411F-B932-B0067ED78203}" srcOrd="0" destOrd="0" presId="urn:microsoft.com/office/officeart/2018/2/layout/IconVerticalSolidList"/>
    <dgm:cxn modelId="{3325C15C-CD53-40F5-A009-520923485F28}" type="presParOf" srcId="{A83CF125-2B7E-40D8-8BFE-002F6CA8DC0D}" destId="{6D40135C-51E3-4696-9A57-1A0E2108487E}" srcOrd="1" destOrd="0" presId="urn:microsoft.com/office/officeart/2018/2/layout/IconVerticalSolidList"/>
    <dgm:cxn modelId="{9B7F76A3-D310-4A31-A268-4FB555269ED5}" type="presParOf" srcId="{A83CF125-2B7E-40D8-8BFE-002F6CA8DC0D}" destId="{402297EB-06E5-4F21-96ED-9923A7A9764D}" srcOrd="2" destOrd="0" presId="urn:microsoft.com/office/officeart/2018/2/layout/IconVerticalSolidList"/>
    <dgm:cxn modelId="{8F96AE74-9037-4B3B-9489-07476836CE05}" type="presParOf" srcId="{A83CF125-2B7E-40D8-8BFE-002F6CA8DC0D}" destId="{66731F0D-9357-4A13-B1C2-ED5D173DB68D}" srcOrd="3" destOrd="0" presId="urn:microsoft.com/office/officeart/2018/2/layout/IconVerticalSolidList"/>
    <dgm:cxn modelId="{338CE901-91EA-4F72-A7AD-61AE24580299}" type="presParOf" srcId="{CD1D9C88-F8C0-4F7D-BC41-90A85AD0AF9A}" destId="{1750B6C4-E11A-412E-A596-D96EB66397B9}" srcOrd="1" destOrd="0" presId="urn:microsoft.com/office/officeart/2018/2/layout/IconVerticalSolidList"/>
    <dgm:cxn modelId="{365D2545-D637-4DDB-B858-D077554EB5D9}" type="presParOf" srcId="{CD1D9C88-F8C0-4F7D-BC41-90A85AD0AF9A}" destId="{7637C5E9-0EAF-4579-B534-D8B0577CDB06}" srcOrd="2" destOrd="0" presId="urn:microsoft.com/office/officeart/2018/2/layout/IconVerticalSolidList"/>
    <dgm:cxn modelId="{1ACD7E2F-B175-41ED-8DDE-FDA9C784BDF6}" type="presParOf" srcId="{7637C5E9-0EAF-4579-B534-D8B0577CDB06}" destId="{CCD5277C-F7CA-4928-9723-0EA1FB74C8C2}" srcOrd="0" destOrd="0" presId="urn:microsoft.com/office/officeart/2018/2/layout/IconVerticalSolidList"/>
    <dgm:cxn modelId="{18EC6FB9-55FC-4D6C-B94F-C65E234104BA}" type="presParOf" srcId="{7637C5E9-0EAF-4579-B534-D8B0577CDB06}" destId="{4B05F1D7-2D08-44CA-96CF-1100F2CE56B8}" srcOrd="1" destOrd="0" presId="urn:microsoft.com/office/officeart/2018/2/layout/IconVerticalSolidList"/>
    <dgm:cxn modelId="{BF71CDEE-04BE-4320-8A7F-701049F73DC5}" type="presParOf" srcId="{7637C5E9-0EAF-4579-B534-D8B0577CDB06}" destId="{62DD1905-8408-4179-A3B9-1E047CADBB18}" srcOrd="2" destOrd="0" presId="urn:microsoft.com/office/officeart/2018/2/layout/IconVerticalSolidList"/>
    <dgm:cxn modelId="{3DADFC60-DD8A-435C-8C14-56C3E4DBD85E}" type="presParOf" srcId="{7637C5E9-0EAF-4579-B534-D8B0577CDB06}" destId="{2DAEF14A-2200-4D70-B9BB-27B8EB7BC4F6}" srcOrd="3" destOrd="0" presId="urn:microsoft.com/office/officeart/2018/2/layout/IconVerticalSolidList"/>
    <dgm:cxn modelId="{E397F406-AB8A-407B-A5ED-F7BBE97253B0}" type="presParOf" srcId="{CD1D9C88-F8C0-4F7D-BC41-90A85AD0AF9A}" destId="{E65E3A2C-3423-4E00-A830-15825DDFF126}" srcOrd="3" destOrd="0" presId="urn:microsoft.com/office/officeart/2018/2/layout/IconVerticalSolidList"/>
    <dgm:cxn modelId="{BBDA3B37-4DE3-42FC-8F2D-0DADFB1C0621}" type="presParOf" srcId="{CD1D9C88-F8C0-4F7D-BC41-90A85AD0AF9A}" destId="{9C063136-0BBD-4E6E-B293-913ED0AC8D62}" srcOrd="4" destOrd="0" presId="urn:microsoft.com/office/officeart/2018/2/layout/IconVerticalSolidList"/>
    <dgm:cxn modelId="{B503C107-48AA-4866-AA7C-F87950476101}" type="presParOf" srcId="{9C063136-0BBD-4E6E-B293-913ED0AC8D62}" destId="{8B8EFF17-EE6C-46BA-B899-53C2E5359FED}" srcOrd="0" destOrd="0" presId="urn:microsoft.com/office/officeart/2018/2/layout/IconVerticalSolidList"/>
    <dgm:cxn modelId="{C4ED3CE4-79E6-4ADE-BD5E-9F7C61ECED6C}" type="presParOf" srcId="{9C063136-0BBD-4E6E-B293-913ED0AC8D62}" destId="{A09F242A-DF34-476D-9E57-F023C985A97D}" srcOrd="1" destOrd="0" presId="urn:microsoft.com/office/officeart/2018/2/layout/IconVerticalSolidList"/>
    <dgm:cxn modelId="{0CF3215D-8B93-42B2-9E40-55BE693C5365}" type="presParOf" srcId="{9C063136-0BBD-4E6E-B293-913ED0AC8D62}" destId="{DD2FAC9B-2008-4B19-8C76-74EB3EAFD1F9}" srcOrd="2" destOrd="0" presId="urn:microsoft.com/office/officeart/2018/2/layout/IconVerticalSolidList"/>
    <dgm:cxn modelId="{C8A625DE-8ABD-4ABC-8B7C-A6CF8F030541}" type="presParOf" srcId="{9C063136-0BBD-4E6E-B293-913ED0AC8D62}" destId="{8DB2B8B0-9CFB-451D-966C-D6AA7BC63762}" srcOrd="3" destOrd="0" presId="urn:microsoft.com/office/officeart/2018/2/layout/IconVerticalSolidList"/>
    <dgm:cxn modelId="{5A1085DC-F213-427A-A596-5A246018C080}" type="presParOf" srcId="{CD1D9C88-F8C0-4F7D-BC41-90A85AD0AF9A}" destId="{F72E54FC-2D22-4472-AC07-9E297E3893D7}" srcOrd="5" destOrd="0" presId="urn:microsoft.com/office/officeart/2018/2/layout/IconVerticalSolidList"/>
    <dgm:cxn modelId="{27BBF765-29F8-4C4D-B367-068D66D67CD3}" type="presParOf" srcId="{CD1D9C88-F8C0-4F7D-BC41-90A85AD0AF9A}" destId="{10C42459-F539-457C-B00F-6CA2693835AB}" srcOrd="6" destOrd="0" presId="urn:microsoft.com/office/officeart/2018/2/layout/IconVerticalSolidList"/>
    <dgm:cxn modelId="{D6A45205-503D-4242-84F0-657EEBF3C89E}" type="presParOf" srcId="{10C42459-F539-457C-B00F-6CA2693835AB}" destId="{C26875D8-C3C7-48C6-9D2E-9F81CB336DA6}" srcOrd="0" destOrd="0" presId="urn:microsoft.com/office/officeart/2018/2/layout/IconVerticalSolidList"/>
    <dgm:cxn modelId="{B526DAB0-5652-4E65-AAD0-593912EDCF99}" type="presParOf" srcId="{10C42459-F539-457C-B00F-6CA2693835AB}" destId="{461C2CB3-678F-4963-9244-54B0754A69EF}" srcOrd="1" destOrd="0" presId="urn:microsoft.com/office/officeart/2018/2/layout/IconVerticalSolidList"/>
    <dgm:cxn modelId="{17E4416B-53F5-4D4E-8CC8-6611E5377BB5}" type="presParOf" srcId="{10C42459-F539-457C-B00F-6CA2693835AB}" destId="{89355CCA-04C6-41A3-BDCA-C2D13C55D083}" srcOrd="2" destOrd="0" presId="urn:microsoft.com/office/officeart/2018/2/layout/IconVerticalSolidList"/>
    <dgm:cxn modelId="{9DDCE35A-2DCD-4437-BDDF-994FA540C983}" type="presParOf" srcId="{10C42459-F539-457C-B00F-6CA2693835AB}" destId="{1E01CC90-C159-4261-B898-7DFD811BC0E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30E78B-C314-435F-9B3F-B8C81D53F4F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6CB9F84-B514-4716-9A6C-A0605D64588A}">
      <dgm:prSet/>
      <dgm:spPr/>
      <dgm:t>
        <a:bodyPr/>
        <a:lstStyle/>
        <a:p>
          <a:pPr>
            <a:defRPr cap="all"/>
          </a:pPr>
          <a:r>
            <a:rPr lang="en-US"/>
            <a:t>Matchups: Minimax vs Random; Alpha–Beta vs Random (± ordering)</a:t>
          </a:r>
        </a:p>
      </dgm:t>
    </dgm:pt>
    <dgm:pt modelId="{22A9EDF5-773F-4387-BAE8-F66C2D650FC3}" type="parTrans" cxnId="{A364FA68-47FA-43A8-A877-777842CC5AD2}">
      <dgm:prSet/>
      <dgm:spPr/>
      <dgm:t>
        <a:bodyPr/>
        <a:lstStyle/>
        <a:p>
          <a:endParaRPr lang="en-US"/>
        </a:p>
      </dgm:t>
    </dgm:pt>
    <dgm:pt modelId="{961CF728-D27B-4572-ABE1-18CA73ACC33F}" type="sibTrans" cxnId="{A364FA68-47FA-43A8-A877-777842CC5AD2}">
      <dgm:prSet/>
      <dgm:spPr/>
      <dgm:t>
        <a:bodyPr/>
        <a:lstStyle/>
        <a:p>
          <a:endParaRPr lang="en-US"/>
        </a:p>
      </dgm:t>
    </dgm:pt>
    <dgm:pt modelId="{9302197D-371B-42F4-A5E5-AA411E2E0F16}">
      <dgm:prSet/>
      <dgm:spPr/>
      <dgm:t>
        <a:bodyPr/>
        <a:lstStyle/>
        <a:p>
          <a:pPr>
            <a:defRPr cap="all"/>
          </a:pPr>
          <a:r>
            <a:rPr lang="en-US"/>
            <a:t>Metrics: win rate, avg time per move, avg nodes per move, avg moves per game</a:t>
          </a:r>
        </a:p>
      </dgm:t>
    </dgm:pt>
    <dgm:pt modelId="{DE34E14D-2D99-4A7E-B6E3-805038DED18C}" type="parTrans" cxnId="{E60EB6D4-9C2F-42E3-B9B8-13FF9C3B393C}">
      <dgm:prSet/>
      <dgm:spPr/>
      <dgm:t>
        <a:bodyPr/>
        <a:lstStyle/>
        <a:p>
          <a:endParaRPr lang="en-US"/>
        </a:p>
      </dgm:t>
    </dgm:pt>
    <dgm:pt modelId="{74F2BC5D-E73A-4515-B8D2-B7FCDB6A7CFA}" type="sibTrans" cxnId="{E60EB6D4-9C2F-42E3-B9B8-13FF9C3B393C}">
      <dgm:prSet/>
      <dgm:spPr/>
      <dgm:t>
        <a:bodyPr/>
        <a:lstStyle/>
        <a:p>
          <a:endParaRPr lang="en-US"/>
        </a:p>
      </dgm:t>
    </dgm:pt>
    <dgm:pt modelId="{02E42EFC-3E96-43E3-9994-40C3A0CC6264}">
      <dgm:prSet/>
      <dgm:spPr/>
      <dgm:t>
        <a:bodyPr/>
        <a:lstStyle/>
        <a:p>
          <a:pPr>
            <a:defRPr cap="all"/>
          </a:pPr>
          <a:r>
            <a:rPr lang="en-US"/>
            <a:t>Repro: fixed seeds, stable tiebreaks, same positions/time budgets</a:t>
          </a:r>
        </a:p>
      </dgm:t>
    </dgm:pt>
    <dgm:pt modelId="{6FFB43EF-140D-4621-BF2B-7FDA26D22818}" type="parTrans" cxnId="{3BAB8160-210B-4A91-8710-C9B65F09C83E}">
      <dgm:prSet/>
      <dgm:spPr/>
      <dgm:t>
        <a:bodyPr/>
        <a:lstStyle/>
        <a:p>
          <a:endParaRPr lang="en-US"/>
        </a:p>
      </dgm:t>
    </dgm:pt>
    <dgm:pt modelId="{10BF17AC-7B15-4B43-8DB3-4205EF5C0A46}" type="sibTrans" cxnId="{3BAB8160-210B-4A91-8710-C9B65F09C83E}">
      <dgm:prSet/>
      <dgm:spPr/>
      <dgm:t>
        <a:bodyPr/>
        <a:lstStyle/>
        <a:p>
          <a:endParaRPr lang="en-US"/>
        </a:p>
      </dgm:t>
    </dgm:pt>
    <dgm:pt modelId="{B0307241-99F2-40D5-96A5-988E885D41A0}" type="pres">
      <dgm:prSet presAssocID="{EC30E78B-C314-435F-9B3F-B8C81D53F4F7}" presName="root" presStyleCnt="0">
        <dgm:presLayoutVars>
          <dgm:dir/>
          <dgm:resizeHandles val="exact"/>
        </dgm:presLayoutVars>
      </dgm:prSet>
      <dgm:spPr/>
    </dgm:pt>
    <dgm:pt modelId="{CB5A2DF8-CF08-41B7-8427-B9E36DB3A629}" type="pres">
      <dgm:prSet presAssocID="{76CB9F84-B514-4716-9A6C-A0605D64588A}" presName="compNode" presStyleCnt="0"/>
      <dgm:spPr/>
    </dgm:pt>
    <dgm:pt modelId="{23B49B44-3AA7-4AA9-8F70-7A5B7D991B7A}" type="pres">
      <dgm:prSet presAssocID="{76CB9F84-B514-4716-9A6C-A0605D64588A}" presName="iconBgRect" presStyleLbl="bgShp" presStyleIdx="0" presStyleCnt="3"/>
      <dgm:spPr/>
    </dgm:pt>
    <dgm:pt modelId="{7FF508C1-529D-44BA-B265-1CED6A2CB1DF}" type="pres">
      <dgm:prSet presAssocID="{76CB9F84-B514-4716-9A6C-A0605D64588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BDECA65-939E-412C-B34D-E4F5435560A3}" type="pres">
      <dgm:prSet presAssocID="{76CB9F84-B514-4716-9A6C-A0605D64588A}" presName="spaceRect" presStyleCnt="0"/>
      <dgm:spPr/>
    </dgm:pt>
    <dgm:pt modelId="{44057A69-F777-416E-94C0-60F9E23465E6}" type="pres">
      <dgm:prSet presAssocID="{76CB9F84-B514-4716-9A6C-A0605D64588A}" presName="textRect" presStyleLbl="revTx" presStyleIdx="0" presStyleCnt="3">
        <dgm:presLayoutVars>
          <dgm:chMax val="1"/>
          <dgm:chPref val="1"/>
        </dgm:presLayoutVars>
      </dgm:prSet>
      <dgm:spPr/>
    </dgm:pt>
    <dgm:pt modelId="{4C023E57-C4F7-4BA3-B64B-348514114AE2}" type="pres">
      <dgm:prSet presAssocID="{961CF728-D27B-4572-ABE1-18CA73ACC33F}" presName="sibTrans" presStyleCnt="0"/>
      <dgm:spPr/>
    </dgm:pt>
    <dgm:pt modelId="{51D2EA37-1B69-40B2-974F-D831D32DBFFB}" type="pres">
      <dgm:prSet presAssocID="{9302197D-371B-42F4-A5E5-AA411E2E0F16}" presName="compNode" presStyleCnt="0"/>
      <dgm:spPr/>
    </dgm:pt>
    <dgm:pt modelId="{86C7EFD2-7CF9-4D63-9733-17B744C85023}" type="pres">
      <dgm:prSet presAssocID="{9302197D-371B-42F4-A5E5-AA411E2E0F16}" presName="iconBgRect" presStyleLbl="bgShp" presStyleIdx="1" presStyleCnt="3"/>
      <dgm:spPr/>
    </dgm:pt>
    <dgm:pt modelId="{12C723E0-F7AF-4416-B66B-1C0C8BB90CC0}" type="pres">
      <dgm:prSet presAssocID="{9302197D-371B-42F4-A5E5-AA411E2E0F1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98D39E2E-4DC7-4327-81E7-6EBE05CF0D0F}" type="pres">
      <dgm:prSet presAssocID="{9302197D-371B-42F4-A5E5-AA411E2E0F16}" presName="spaceRect" presStyleCnt="0"/>
      <dgm:spPr/>
    </dgm:pt>
    <dgm:pt modelId="{0D4FE7F7-E85C-47AA-9FF5-F579C565F5CE}" type="pres">
      <dgm:prSet presAssocID="{9302197D-371B-42F4-A5E5-AA411E2E0F16}" presName="textRect" presStyleLbl="revTx" presStyleIdx="1" presStyleCnt="3">
        <dgm:presLayoutVars>
          <dgm:chMax val="1"/>
          <dgm:chPref val="1"/>
        </dgm:presLayoutVars>
      </dgm:prSet>
      <dgm:spPr/>
    </dgm:pt>
    <dgm:pt modelId="{CC53FFDA-8FBA-4FC3-84B5-F647BE162903}" type="pres">
      <dgm:prSet presAssocID="{74F2BC5D-E73A-4515-B8D2-B7FCDB6A7CFA}" presName="sibTrans" presStyleCnt="0"/>
      <dgm:spPr/>
    </dgm:pt>
    <dgm:pt modelId="{C66DD614-29A8-4FA7-A1F1-5F46F0DD2C24}" type="pres">
      <dgm:prSet presAssocID="{02E42EFC-3E96-43E3-9994-40C3A0CC6264}" presName="compNode" presStyleCnt="0"/>
      <dgm:spPr/>
    </dgm:pt>
    <dgm:pt modelId="{09AC1A31-A317-4C28-B748-90A2C420539B}" type="pres">
      <dgm:prSet presAssocID="{02E42EFC-3E96-43E3-9994-40C3A0CC6264}" presName="iconBgRect" presStyleLbl="bgShp" presStyleIdx="2" presStyleCnt="3"/>
      <dgm:spPr/>
    </dgm:pt>
    <dgm:pt modelId="{11FADA94-3428-455D-A8E1-A164D36870AB}" type="pres">
      <dgm:prSet presAssocID="{02E42EFC-3E96-43E3-9994-40C3A0CC626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eds"/>
        </a:ext>
      </dgm:extLst>
    </dgm:pt>
    <dgm:pt modelId="{4CCC5D5E-4BEC-4175-AD9F-DEDDFCA65D65}" type="pres">
      <dgm:prSet presAssocID="{02E42EFC-3E96-43E3-9994-40C3A0CC6264}" presName="spaceRect" presStyleCnt="0"/>
      <dgm:spPr/>
    </dgm:pt>
    <dgm:pt modelId="{D1F69E9C-5F9E-46F4-8B93-1C646255179C}" type="pres">
      <dgm:prSet presAssocID="{02E42EFC-3E96-43E3-9994-40C3A0CC626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3A5B429-78E6-40FA-B64E-086B1CFB9672}" type="presOf" srcId="{02E42EFC-3E96-43E3-9994-40C3A0CC6264}" destId="{D1F69E9C-5F9E-46F4-8B93-1C646255179C}" srcOrd="0" destOrd="0" presId="urn:microsoft.com/office/officeart/2018/5/layout/IconCircleLabelList"/>
    <dgm:cxn modelId="{3BAB8160-210B-4A91-8710-C9B65F09C83E}" srcId="{EC30E78B-C314-435F-9B3F-B8C81D53F4F7}" destId="{02E42EFC-3E96-43E3-9994-40C3A0CC6264}" srcOrd="2" destOrd="0" parTransId="{6FFB43EF-140D-4621-BF2B-7FDA26D22818}" sibTransId="{10BF17AC-7B15-4B43-8DB3-4205EF5C0A46}"/>
    <dgm:cxn modelId="{A364FA68-47FA-43A8-A877-777842CC5AD2}" srcId="{EC30E78B-C314-435F-9B3F-B8C81D53F4F7}" destId="{76CB9F84-B514-4716-9A6C-A0605D64588A}" srcOrd="0" destOrd="0" parTransId="{22A9EDF5-773F-4387-BAE8-F66C2D650FC3}" sibTransId="{961CF728-D27B-4572-ABE1-18CA73ACC33F}"/>
    <dgm:cxn modelId="{56D959C5-9EBD-41E0-83D2-7D1DFCECB95B}" type="presOf" srcId="{9302197D-371B-42F4-A5E5-AA411E2E0F16}" destId="{0D4FE7F7-E85C-47AA-9FF5-F579C565F5CE}" srcOrd="0" destOrd="0" presId="urn:microsoft.com/office/officeart/2018/5/layout/IconCircleLabelList"/>
    <dgm:cxn modelId="{8B0B12CB-D35C-4D50-80E1-498BCE125E16}" type="presOf" srcId="{76CB9F84-B514-4716-9A6C-A0605D64588A}" destId="{44057A69-F777-416E-94C0-60F9E23465E6}" srcOrd="0" destOrd="0" presId="urn:microsoft.com/office/officeart/2018/5/layout/IconCircleLabelList"/>
    <dgm:cxn modelId="{E60EB6D4-9C2F-42E3-B9B8-13FF9C3B393C}" srcId="{EC30E78B-C314-435F-9B3F-B8C81D53F4F7}" destId="{9302197D-371B-42F4-A5E5-AA411E2E0F16}" srcOrd="1" destOrd="0" parTransId="{DE34E14D-2D99-4A7E-B6E3-805038DED18C}" sibTransId="{74F2BC5D-E73A-4515-B8D2-B7FCDB6A7CFA}"/>
    <dgm:cxn modelId="{C4568FFE-C253-4393-861C-2257870BE707}" type="presOf" srcId="{EC30E78B-C314-435F-9B3F-B8C81D53F4F7}" destId="{B0307241-99F2-40D5-96A5-988E885D41A0}" srcOrd="0" destOrd="0" presId="urn:microsoft.com/office/officeart/2018/5/layout/IconCircleLabelList"/>
    <dgm:cxn modelId="{C15C681F-6013-478C-8E90-77D05FE1CDE3}" type="presParOf" srcId="{B0307241-99F2-40D5-96A5-988E885D41A0}" destId="{CB5A2DF8-CF08-41B7-8427-B9E36DB3A629}" srcOrd="0" destOrd="0" presId="urn:microsoft.com/office/officeart/2018/5/layout/IconCircleLabelList"/>
    <dgm:cxn modelId="{68D9A31C-4592-4E57-A6FC-04A2B714CFFB}" type="presParOf" srcId="{CB5A2DF8-CF08-41B7-8427-B9E36DB3A629}" destId="{23B49B44-3AA7-4AA9-8F70-7A5B7D991B7A}" srcOrd="0" destOrd="0" presId="urn:microsoft.com/office/officeart/2018/5/layout/IconCircleLabelList"/>
    <dgm:cxn modelId="{46E97F6D-7061-4B4E-A30A-42B6D5E65E44}" type="presParOf" srcId="{CB5A2DF8-CF08-41B7-8427-B9E36DB3A629}" destId="{7FF508C1-529D-44BA-B265-1CED6A2CB1DF}" srcOrd="1" destOrd="0" presId="urn:microsoft.com/office/officeart/2018/5/layout/IconCircleLabelList"/>
    <dgm:cxn modelId="{A8D4626B-F986-426D-9D0E-4C2C18BDDFFE}" type="presParOf" srcId="{CB5A2DF8-CF08-41B7-8427-B9E36DB3A629}" destId="{FBDECA65-939E-412C-B34D-E4F5435560A3}" srcOrd="2" destOrd="0" presId="urn:microsoft.com/office/officeart/2018/5/layout/IconCircleLabelList"/>
    <dgm:cxn modelId="{D3C417E6-BA64-4B6C-9FDB-7D9B47257529}" type="presParOf" srcId="{CB5A2DF8-CF08-41B7-8427-B9E36DB3A629}" destId="{44057A69-F777-416E-94C0-60F9E23465E6}" srcOrd="3" destOrd="0" presId="urn:microsoft.com/office/officeart/2018/5/layout/IconCircleLabelList"/>
    <dgm:cxn modelId="{F2F2D923-DA23-4740-89DF-8F1CA67B8AF4}" type="presParOf" srcId="{B0307241-99F2-40D5-96A5-988E885D41A0}" destId="{4C023E57-C4F7-4BA3-B64B-348514114AE2}" srcOrd="1" destOrd="0" presId="urn:microsoft.com/office/officeart/2018/5/layout/IconCircleLabelList"/>
    <dgm:cxn modelId="{90E7A917-3ACF-4109-BD74-DE794EA19C1F}" type="presParOf" srcId="{B0307241-99F2-40D5-96A5-988E885D41A0}" destId="{51D2EA37-1B69-40B2-974F-D831D32DBFFB}" srcOrd="2" destOrd="0" presId="urn:microsoft.com/office/officeart/2018/5/layout/IconCircleLabelList"/>
    <dgm:cxn modelId="{D3F07BFE-FD30-46AE-BDB9-4AF5FBB051A9}" type="presParOf" srcId="{51D2EA37-1B69-40B2-974F-D831D32DBFFB}" destId="{86C7EFD2-7CF9-4D63-9733-17B744C85023}" srcOrd="0" destOrd="0" presId="urn:microsoft.com/office/officeart/2018/5/layout/IconCircleLabelList"/>
    <dgm:cxn modelId="{AE2740AD-F94E-4198-BFD9-3086DE81FC51}" type="presParOf" srcId="{51D2EA37-1B69-40B2-974F-D831D32DBFFB}" destId="{12C723E0-F7AF-4416-B66B-1C0C8BB90CC0}" srcOrd="1" destOrd="0" presId="urn:microsoft.com/office/officeart/2018/5/layout/IconCircleLabelList"/>
    <dgm:cxn modelId="{FAB9A2DD-A335-4033-B2CD-FE0BB1DFB986}" type="presParOf" srcId="{51D2EA37-1B69-40B2-974F-D831D32DBFFB}" destId="{98D39E2E-4DC7-4327-81E7-6EBE05CF0D0F}" srcOrd="2" destOrd="0" presId="urn:microsoft.com/office/officeart/2018/5/layout/IconCircleLabelList"/>
    <dgm:cxn modelId="{84989AA2-AED8-4727-9D46-D19677EFB776}" type="presParOf" srcId="{51D2EA37-1B69-40B2-974F-D831D32DBFFB}" destId="{0D4FE7F7-E85C-47AA-9FF5-F579C565F5CE}" srcOrd="3" destOrd="0" presId="urn:microsoft.com/office/officeart/2018/5/layout/IconCircleLabelList"/>
    <dgm:cxn modelId="{633E95CB-75D9-4528-B6A1-1439780E643A}" type="presParOf" srcId="{B0307241-99F2-40D5-96A5-988E885D41A0}" destId="{CC53FFDA-8FBA-4FC3-84B5-F647BE162903}" srcOrd="3" destOrd="0" presId="urn:microsoft.com/office/officeart/2018/5/layout/IconCircleLabelList"/>
    <dgm:cxn modelId="{FCFDEC99-A76E-4A09-A224-152081AC09E9}" type="presParOf" srcId="{B0307241-99F2-40D5-96A5-988E885D41A0}" destId="{C66DD614-29A8-4FA7-A1F1-5F46F0DD2C24}" srcOrd="4" destOrd="0" presId="urn:microsoft.com/office/officeart/2018/5/layout/IconCircleLabelList"/>
    <dgm:cxn modelId="{635A6F60-229C-43F6-82BE-484F9E33B62E}" type="presParOf" srcId="{C66DD614-29A8-4FA7-A1F1-5F46F0DD2C24}" destId="{09AC1A31-A317-4C28-B748-90A2C420539B}" srcOrd="0" destOrd="0" presId="urn:microsoft.com/office/officeart/2018/5/layout/IconCircleLabelList"/>
    <dgm:cxn modelId="{2C323E45-CA78-4DDA-9825-52635B927526}" type="presParOf" srcId="{C66DD614-29A8-4FA7-A1F1-5F46F0DD2C24}" destId="{11FADA94-3428-455D-A8E1-A164D36870AB}" srcOrd="1" destOrd="0" presId="urn:microsoft.com/office/officeart/2018/5/layout/IconCircleLabelList"/>
    <dgm:cxn modelId="{92BAA0DB-DB58-4F7F-BE4F-5D63EE61F867}" type="presParOf" srcId="{C66DD614-29A8-4FA7-A1F1-5F46F0DD2C24}" destId="{4CCC5D5E-4BEC-4175-AD9F-DEDDFCA65D65}" srcOrd="2" destOrd="0" presId="urn:microsoft.com/office/officeart/2018/5/layout/IconCircleLabelList"/>
    <dgm:cxn modelId="{53ABC448-8D5F-4C9B-AEFF-1A4FFC47CD4F}" type="presParOf" srcId="{C66DD614-29A8-4FA7-A1F1-5F46F0DD2C24}" destId="{D1F69E9C-5F9E-46F4-8B93-1C646255179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C2475E-1616-411F-B932-B0067ED78203}">
      <dsp:nvSpPr>
        <dsp:cNvPr id="0" name=""/>
        <dsp:cNvSpPr/>
      </dsp:nvSpPr>
      <dsp:spPr>
        <a:xfrm>
          <a:off x="0" y="1669"/>
          <a:ext cx="7290197" cy="8461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40135C-51E3-4696-9A57-1A0E2108487E}">
      <dsp:nvSpPr>
        <dsp:cNvPr id="0" name=""/>
        <dsp:cNvSpPr/>
      </dsp:nvSpPr>
      <dsp:spPr>
        <a:xfrm>
          <a:off x="255971" y="192061"/>
          <a:ext cx="465402" cy="465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731F0D-9357-4A13-B1C2-ED5D173DB68D}">
      <dsp:nvSpPr>
        <dsp:cNvPr id="0" name=""/>
        <dsp:cNvSpPr/>
      </dsp:nvSpPr>
      <dsp:spPr>
        <a:xfrm>
          <a:off x="977345" y="1669"/>
          <a:ext cx="6312851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legal_actions(state) → [0..5] indices for current player</a:t>
          </a:r>
        </a:p>
      </dsp:txBody>
      <dsp:txXfrm>
        <a:off x="977345" y="1669"/>
        <a:ext cx="6312851" cy="846186"/>
      </dsp:txXfrm>
    </dsp:sp>
    <dsp:sp modelId="{CCD5277C-F7CA-4928-9723-0EA1FB74C8C2}">
      <dsp:nvSpPr>
        <dsp:cNvPr id="0" name=""/>
        <dsp:cNvSpPr/>
      </dsp:nvSpPr>
      <dsp:spPr>
        <a:xfrm>
          <a:off x="0" y="1059402"/>
          <a:ext cx="7290197" cy="8461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05F1D7-2D08-44CA-96CF-1100F2CE56B8}">
      <dsp:nvSpPr>
        <dsp:cNvPr id="0" name=""/>
        <dsp:cNvSpPr/>
      </dsp:nvSpPr>
      <dsp:spPr>
        <a:xfrm>
          <a:off x="255971" y="1249794"/>
          <a:ext cx="465402" cy="465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AEF14A-2200-4D70-B9BB-27B8EB7BC4F6}">
      <dsp:nvSpPr>
        <dsp:cNvPr id="0" name=""/>
        <dsp:cNvSpPr/>
      </dsp:nvSpPr>
      <dsp:spPr>
        <a:xfrm>
          <a:off x="977345" y="1059402"/>
          <a:ext cx="6312851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step(state, action) → (next_state, reward, done)</a:t>
          </a:r>
        </a:p>
      </dsp:txBody>
      <dsp:txXfrm>
        <a:off x="977345" y="1059402"/>
        <a:ext cx="6312851" cy="846186"/>
      </dsp:txXfrm>
    </dsp:sp>
    <dsp:sp modelId="{8B8EFF17-EE6C-46BA-B899-53C2E5359FED}">
      <dsp:nvSpPr>
        <dsp:cNvPr id="0" name=""/>
        <dsp:cNvSpPr/>
      </dsp:nvSpPr>
      <dsp:spPr>
        <a:xfrm>
          <a:off x="0" y="2117135"/>
          <a:ext cx="7290197" cy="84618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9F242A-DF34-476D-9E57-F023C985A97D}">
      <dsp:nvSpPr>
        <dsp:cNvPr id="0" name=""/>
        <dsp:cNvSpPr/>
      </dsp:nvSpPr>
      <dsp:spPr>
        <a:xfrm>
          <a:off x="255971" y="2307527"/>
          <a:ext cx="465402" cy="465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B2B8B0-9CFB-451D-966C-D6AA7BC63762}">
      <dsp:nvSpPr>
        <dsp:cNvPr id="0" name=""/>
        <dsp:cNvSpPr/>
      </dsp:nvSpPr>
      <dsp:spPr>
        <a:xfrm>
          <a:off x="977345" y="2117135"/>
          <a:ext cx="6312851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evaluate(state) → heuristic score (higher is better for current player)</a:t>
          </a:r>
        </a:p>
      </dsp:txBody>
      <dsp:txXfrm>
        <a:off x="977345" y="2117135"/>
        <a:ext cx="6312851" cy="846186"/>
      </dsp:txXfrm>
    </dsp:sp>
    <dsp:sp modelId="{C26875D8-C3C7-48C6-9D2E-9F81CB336DA6}">
      <dsp:nvSpPr>
        <dsp:cNvPr id="0" name=""/>
        <dsp:cNvSpPr/>
      </dsp:nvSpPr>
      <dsp:spPr>
        <a:xfrm>
          <a:off x="0" y="3174868"/>
          <a:ext cx="7290197" cy="84618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1C2CB3-678F-4963-9244-54B0754A69EF}">
      <dsp:nvSpPr>
        <dsp:cNvPr id="0" name=""/>
        <dsp:cNvSpPr/>
      </dsp:nvSpPr>
      <dsp:spPr>
        <a:xfrm>
          <a:off x="255971" y="3365260"/>
          <a:ext cx="465402" cy="465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01CC90-C159-4261-B898-7DFD811BC0EE}">
      <dsp:nvSpPr>
        <dsp:cNvPr id="0" name=""/>
        <dsp:cNvSpPr/>
      </dsp:nvSpPr>
      <dsp:spPr>
        <a:xfrm>
          <a:off x="977345" y="3174868"/>
          <a:ext cx="6312851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Extra-turn nuance: if next_state.current_player == state.current_player → do NOT reduce depth</a:t>
          </a:r>
        </a:p>
      </dsp:txBody>
      <dsp:txXfrm>
        <a:off x="977345" y="3174868"/>
        <a:ext cx="6312851" cy="8461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B49B44-3AA7-4AA9-8F70-7A5B7D991B7A}">
      <dsp:nvSpPr>
        <dsp:cNvPr id="0" name=""/>
        <dsp:cNvSpPr/>
      </dsp:nvSpPr>
      <dsp:spPr>
        <a:xfrm>
          <a:off x="481598" y="796362"/>
          <a:ext cx="1303875" cy="1303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F508C1-529D-44BA-B265-1CED6A2CB1DF}">
      <dsp:nvSpPr>
        <dsp:cNvPr id="0" name=""/>
        <dsp:cNvSpPr/>
      </dsp:nvSpPr>
      <dsp:spPr>
        <a:xfrm>
          <a:off x="759473" y="1074237"/>
          <a:ext cx="748125" cy="74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57A69-F777-416E-94C0-60F9E23465E6}">
      <dsp:nvSpPr>
        <dsp:cNvPr id="0" name=""/>
        <dsp:cNvSpPr/>
      </dsp:nvSpPr>
      <dsp:spPr>
        <a:xfrm>
          <a:off x="64785" y="2506362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Matchups: Minimax vs Random; Alpha–Beta vs Random (± ordering)</a:t>
          </a:r>
        </a:p>
      </dsp:txBody>
      <dsp:txXfrm>
        <a:off x="64785" y="2506362"/>
        <a:ext cx="2137500" cy="720000"/>
      </dsp:txXfrm>
    </dsp:sp>
    <dsp:sp modelId="{86C7EFD2-7CF9-4D63-9733-17B744C85023}">
      <dsp:nvSpPr>
        <dsp:cNvPr id="0" name=""/>
        <dsp:cNvSpPr/>
      </dsp:nvSpPr>
      <dsp:spPr>
        <a:xfrm>
          <a:off x="2993160" y="796362"/>
          <a:ext cx="1303875" cy="1303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C723E0-F7AF-4416-B66B-1C0C8BB90CC0}">
      <dsp:nvSpPr>
        <dsp:cNvPr id="0" name=""/>
        <dsp:cNvSpPr/>
      </dsp:nvSpPr>
      <dsp:spPr>
        <a:xfrm>
          <a:off x="3271035" y="1074237"/>
          <a:ext cx="748125" cy="74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FE7F7-E85C-47AA-9FF5-F579C565F5CE}">
      <dsp:nvSpPr>
        <dsp:cNvPr id="0" name=""/>
        <dsp:cNvSpPr/>
      </dsp:nvSpPr>
      <dsp:spPr>
        <a:xfrm>
          <a:off x="2576348" y="2506362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Metrics: win rate, avg time per move, avg nodes per move, avg moves per game</a:t>
          </a:r>
        </a:p>
      </dsp:txBody>
      <dsp:txXfrm>
        <a:off x="2576348" y="2506362"/>
        <a:ext cx="2137500" cy="720000"/>
      </dsp:txXfrm>
    </dsp:sp>
    <dsp:sp modelId="{09AC1A31-A317-4C28-B748-90A2C420539B}">
      <dsp:nvSpPr>
        <dsp:cNvPr id="0" name=""/>
        <dsp:cNvSpPr/>
      </dsp:nvSpPr>
      <dsp:spPr>
        <a:xfrm>
          <a:off x="5504723" y="796362"/>
          <a:ext cx="1303875" cy="1303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FADA94-3428-455D-A8E1-A164D36870AB}">
      <dsp:nvSpPr>
        <dsp:cNvPr id="0" name=""/>
        <dsp:cNvSpPr/>
      </dsp:nvSpPr>
      <dsp:spPr>
        <a:xfrm>
          <a:off x="5782598" y="1074237"/>
          <a:ext cx="748125" cy="74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F69E9C-5F9E-46F4-8B93-1C646255179C}">
      <dsp:nvSpPr>
        <dsp:cNvPr id="0" name=""/>
        <dsp:cNvSpPr/>
      </dsp:nvSpPr>
      <dsp:spPr>
        <a:xfrm>
          <a:off x="5087911" y="2506362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Repro: fixed seeds, stable tiebreaks, same positions/time budgets</a:t>
          </a:r>
        </a:p>
      </dsp:txBody>
      <dsp:txXfrm>
        <a:off x="5087911" y="2506362"/>
        <a:ext cx="2137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5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Welcome! We'll start with a quick playtest against a Minimax bot, then build the algorithmic pieces.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Anchor the engine semantics we code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use a clean, serializable state. Board-to-state helpers exist internally.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Depth is supposed to measure “how many </a:t>
            </a:r>
            <a:r>
              <a:rPr lang="en-US" b="1" dirty="0"/>
              <a:t>opponent replies</a:t>
            </a:r>
            <a:r>
              <a:rPr lang="en-US" dirty="0"/>
              <a:t> you get to see,” not just “how many moves total.”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eval cheap—search gets the time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in 01_minimax.ipynb; show node count vs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cutoffs in the notebook; highlight speedups.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One-ply lookahead isn't cheating; still same 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Encourage disciplined experiment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to NO_SOLUTIONS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Profile and add invariants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Invite questions; encourage sharing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380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6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1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992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31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27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30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428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798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52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96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102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540FAC9-3505-49ED-9B06-A0F8C14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79B3CD-E329-42F5-B136-BA1F37EC0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098" y="484632"/>
            <a:ext cx="5590153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572" y="977900"/>
            <a:ext cx="4904668" cy="3327734"/>
          </a:xfrm>
        </p:spPr>
        <p:txBody>
          <a:bodyPr anchor="b">
            <a:normAutofit/>
          </a:bodyPr>
          <a:lstStyle/>
          <a:p>
            <a:r>
              <a:rPr lang="en-US" sz="4700"/>
              <a:t>Beating Mancala with Minimax + Alpha–Beta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72" y="4621235"/>
            <a:ext cx="4904668" cy="1225028"/>
          </a:xfrm>
        </p:spPr>
        <p:txBody>
          <a:bodyPr anchor="t">
            <a:normAutofit/>
          </a:bodyPr>
          <a:lstStyle/>
          <a:p>
            <a:pPr algn="r"/>
            <a:r>
              <a:rPr lang="en-US" sz="1700" dirty="0"/>
              <a:t>State-based engine • Extra-turn depth rule • Move ordering</a:t>
            </a:r>
          </a:p>
          <a:p>
            <a:pPr algn="r"/>
            <a:r>
              <a:rPr lang="en-US" sz="1700" dirty="0"/>
              <a:t>Hands-on demo</a:t>
            </a:r>
          </a:p>
          <a:p>
            <a:pPr algn="r"/>
            <a:endParaRPr lang="en-US" sz="17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B042EF-3024-4C57-B282-1B30607FB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19010" y="4476657"/>
            <a:ext cx="402823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A0B4097-B645-43E0-A2B5-B8D688E7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902" y="484632"/>
            <a:ext cx="2688168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905833"/>
            <a:ext cx="3161297" cy="239871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Rules Refresher</a:t>
            </a:r>
            <a:endParaRPr lang="en-US" sz="4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3084" y="3884452"/>
            <a:ext cx="4292266" cy="2398713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700"/>
              <a:t>6 pits per side + 1 store each</a:t>
            </a:r>
          </a:p>
          <a:p>
            <a:pPr>
              <a:lnSpc>
                <a:spcPct val="90000"/>
              </a:lnSpc>
            </a:pPr>
            <a:r>
              <a:rPr lang="en-US" sz="1700"/>
              <a:t>Sow counter-clockwise; skip opponent’s store</a:t>
            </a:r>
          </a:p>
          <a:p>
            <a:pPr>
              <a:lnSpc>
                <a:spcPct val="90000"/>
              </a:lnSpc>
            </a:pPr>
            <a:r>
              <a:rPr lang="en-US" sz="1700"/>
              <a:t>Extra turn if last stone lands in your store</a:t>
            </a:r>
          </a:p>
          <a:p>
            <a:pPr>
              <a:lnSpc>
                <a:spcPct val="90000"/>
              </a:lnSpc>
            </a:pPr>
            <a:r>
              <a:rPr lang="en-US" sz="1700"/>
              <a:t>Capture if last stone lands in your empty pit → take opposite pit</a:t>
            </a:r>
          </a:p>
          <a:p>
            <a:pPr>
              <a:lnSpc>
                <a:spcPct val="90000"/>
              </a:lnSpc>
            </a:pPr>
            <a:r>
              <a:rPr lang="en-US" sz="1700"/>
              <a:t>Game ends when either side’s pits are empty; sweep remaining stones; highest store wins</a:t>
            </a:r>
          </a:p>
        </p:txBody>
      </p:sp>
      <p:pic>
        <p:nvPicPr>
          <p:cNvPr id="7" name="Picture 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E8C68E87-BF3C-C7E4-6560-99CE435BD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75" y="133844"/>
            <a:ext cx="6730850" cy="31971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Representation (engine)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state = {</a:t>
            </a:r>
          </a:p>
          <a:p>
            <a:pPr marL="0" indent="0">
              <a:buNone/>
            </a:pPr>
            <a:r>
              <a:rPr sz="2800" dirty="0"/>
              <a:t>  'pits':   [</a:t>
            </a:r>
            <a:r>
              <a:rPr sz="2800" dirty="0">
                <a:solidFill>
                  <a:schemeClr val="tx2"/>
                </a:solidFill>
              </a:rPr>
              <a:t>[</a:t>
            </a:r>
            <a:r>
              <a:rPr sz="2800" dirty="0">
                <a:solidFill>
                  <a:schemeClr val="accent2"/>
                </a:solidFill>
              </a:rPr>
              <a:t>int</a:t>
            </a:r>
            <a:r>
              <a:rPr sz="2800" dirty="0">
                <a:solidFill>
                  <a:schemeClr val="tx2"/>
                </a:solidFill>
              </a:rPr>
              <a:t>]</a:t>
            </a:r>
            <a:r>
              <a:rPr sz="2800" dirty="0"/>
              <a:t>*6, </a:t>
            </a:r>
            <a:r>
              <a:rPr sz="2800" dirty="0">
                <a:solidFill>
                  <a:schemeClr val="tx2"/>
                </a:solidFill>
              </a:rPr>
              <a:t>[</a:t>
            </a:r>
            <a:r>
              <a:rPr sz="2800" dirty="0">
                <a:solidFill>
                  <a:schemeClr val="accent2"/>
                </a:solidFill>
              </a:rPr>
              <a:t>int</a:t>
            </a:r>
            <a:r>
              <a:rPr sz="2800" dirty="0">
                <a:solidFill>
                  <a:schemeClr val="tx2"/>
                </a:solidFill>
              </a:rPr>
              <a:t>]</a:t>
            </a:r>
            <a:r>
              <a:rPr sz="2800" dirty="0"/>
              <a:t>*6],  </a:t>
            </a:r>
            <a:r>
              <a:rPr sz="2800" dirty="0">
                <a:solidFill>
                  <a:schemeClr val="accent3">
                    <a:lumMod val="75000"/>
                  </a:schemeClr>
                </a:solidFill>
              </a:rPr>
              <a:t># row 0=P0, row 1=P1</a:t>
            </a:r>
          </a:p>
          <a:p>
            <a:pPr marL="0" indent="0">
              <a:buNone/>
            </a:pPr>
            <a:r>
              <a:rPr sz="2800" dirty="0"/>
              <a:t>  'stores': </a:t>
            </a:r>
            <a:r>
              <a:rPr sz="2800" dirty="0">
                <a:solidFill>
                  <a:schemeClr val="tx2"/>
                </a:solidFill>
              </a:rPr>
              <a:t>[</a:t>
            </a:r>
            <a:r>
              <a:rPr sz="2800" dirty="0">
                <a:solidFill>
                  <a:schemeClr val="accent2"/>
                </a:solidFill>
              </a:rPr>
              <a:t>int</a:t>
            </a:r>
            <a:r>
              <a:rPr sz="2800" dirty="0"/>
              <a:t>, </a:t>
            </a:r>
            <a:r>
              <a:rPr sz="2800" dirty="0">
                <a:solidFill>
                  <a:schemeClr val="accent2"/>
                </a:solidFill>
              </a:rPr>
              <a:t>int</a:t>
            </a:r>
            <a:r>
              <a:rPr sz="2800" dirty="0">
                <a:solidFill>
                  <a:schemeClr val="tx2"/>
                </a:solidFill>
              </a:rPr>
              <a:t>]</a:t>
            </a:r>
            <a:r>
              <a:rPr sz="2800" dirty="0"/>
              <a:t>,         </a:t>
            </a:r>
            <a:r>
              <a:rPr sz="2800" dirty="0">
                <a:solidFill>
                  <a:schemeClr val="accent3">
                    <a:lumMod val="75000"/>
                  </a:schemeClr>
                </a:solidFill>
              </a:rPr>
              <a:t># stores[0]=P0, stores[1]=P1</a:t>
            </a:r>
          </a:p>
          <a:p>
            <a:pPr marL="0" indent="0">
              <a:buNone/>
            </a:pPr>
            <a:r>
              <a:rPr sz="2800" dirty="0"/>
              <a:t>  '</a:t>
            </a:r>
            <a:r>
              <a:rPr sz="2800" dirty="0" err="1"/>
              <a:t>current_player</a:t>
            </a:r>
            <a:r>
              <a:rPr sz="2800" dirty="0"/>
              <a:t>': 0 | 1</a:t>
            </a:r>
          </a:p>
          <a:p>
            <a:pPr marL="0" indent="0">
              <a:buNone/>
            </a:pPr>
            <a:r>
              <a:rPr sz="2800" dirty="0"/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Engine API We Use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EB0D4D-293B-D72D-FF21-FD4DE380F4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7462478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5373505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700" spc="200">
                <a:solidFill>
                  <a:schemeClr val="tx1">
                    <a:alpha val="80000"/>
                  </a:schemeClr>
                </a:solidFill>
              </a:rPr>
              <a:t>Simple Evaluation (fast &amp; explainable)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8706" y="643467"/>
            <a:ext cx="232269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>
                <a:solidFill>
                  <a:schemeClr val="tx1">
                    <a:lumMod val="95000"/>
                    <a:lumOff val="5000"/>
                  </a:schemeClr>
                </a:solidFill>
              </a:rPr>
              <a:t>score = (my_store − opp_store)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04703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t>Minimax (with extra-turn depth rule)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81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9497" y="804333"/>
            <a:ext cx="4693291" cy="5249334"/>
          </a:xfrm>
        </p:spPr>
        <p:txBody>
          <a:bodyPr anchor="ctr">
            <a:normAutofit/>
          </a:bodyPr>
          <a:lstStyle/>
          <a:p>
            <a:r>
              <a:t>Max node: choose move that maximizes heuristic score</a:t>
            </a:r>
          </a:p>
          <a:p>
            <a:r>
              <a:t>Min node: choose move that minimizes heuristic score</a:t>
            </a:r>
          </a:p>
          <a:p>
            <a:r>
              <a:t>Complexity: O(b^d) with b ≤ 6</a:t>
            </a:r>
          </a:p>
          <a:p>
            <a:r>
              <a:t>Extra turn ⇒ do NOT decrement depth for that child (same ply)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6013704" cy="1499616"/>
          </a:xfrm>
        </p:spPr>
        <p:txBody>
          <a:bodyPr>
            <a:normAutofit/>
          </a:bodyPr>
          <a:lstStyle/>
          <a:p>
            <a:r>
              <a:t>Alpha–Beta Pruning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6013703" cy="4023360"/>
          </a:xfrm>
        </p:spPr>
        <p:txBody>
          <a:bodyPr>
            <a:normAutofit/>
          </a:bodyPr>
          <a:lstStyle/>
          <a:p>
            <a:r>
              <a:t>Carry α (best so far for Max) and β (best for Min) down the tree</a:t>
            </a:r>
          </a:p>
          <a:p>
            <a:r>
              <a:t>If a node cannot improve parent’s outcome → prune subtree</a:t>
            </a:r>
          </a:p>
          <a:p>
            <a:r>
              <a:t>Same correctness as minimax; far fewer nodes with good ordering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5601"/>
            <a:ext cx="171519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4394539"/>
            <a:ext cx="171519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6013704" cy="1499616"/>
          </a:xfrm>
        </p:spPr>
        <p:txBody>
          <a:bodyPr>
            <a:normAutofit/>
          </a:bodyPr>
          <a:lstStyle/>
          <a:p>
            <a:r>
              <a:t>Move Ordering (1-ply scoring)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6013703" cy="4023360"/>
          </a:xfrm>
        </p:spPr>
        <p:txBody>
          <a:bodyPr>
            <a:normAutofit/>
          </a:bodyPr>
          <a:lstStyle/>
          <a:p>
            <a:r>
              <a:t>For each move: step → score child from root’s perspective</a:t>
            </a:r>
          </a:p>
          <a:p>
            <a:r>
              <a:t>Sort moves descending by that score; search in that order</a:t>
            </a:r>
          </a:p>
          <a:p>
            <a:r>
              <a:t>Effect: earlier α–β cutoffs → deeper search in same time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5601"/>
            <a:ext cx="171519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4394539"/>
            <a:ext cx="171519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Experiments &amp; Metrics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4E0ED5-8408-13E7-A75B-4F89128895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8321693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r>
              <a:rPr dirty="0"/>
              <a:t> (Core)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Implement: </a:t>
            </a:r>
            <a:r>
              <a:rPr dirty="0" err="1"/>
              <a:t>score_for</a:t>
            </a:r>
            <a:r>
              <a:rPr dirty="0"/>
              <a:t>, Minimax, Alpha–Beta (extra-turn rule)</a:t>
            </a:r>
          </a:p>
          <a:p>
            <a:r>
              <a:rPr dirty="0"/>
              <a:t>Implement: move ordering (1-ply) and compare node visits</a:t>
            </a:r>
          </a:p>
          <a:p>
            <a:r>
              <a:rPr dirty="0"/>
              <a:t>Run </a:t>
            </a:r>
            <a:r>
              <a:rPr lang="en-US" dirty="0"/>
              <a:t>5-10</a:t>
            </a:r>
            <a:r>
              <a:rPr dirty="0"/>
              <a:t>-game series; report metrics</a:t>
            </a:r>
          </a:p>
          <a:p>
            <a:r>
              <a:rPr dirty="0"/>
              <a:t>Design + test your own heuristic </a:t>
            </a:r>
            <a:r>
              <a:rPr lang="en-US" dirty="0"/>
              <a:t>minimax </a:t>
            </a:r>
            <a:r>
              <a:rPr dirty="0"/>
              <a:t>vs </a:t>
            </a:r>
            <a:r>
              <a:rPr lang="en-US" dirty="0"/>
              <a:t>Minimax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Forgetting extra-turn depth rule</a:t>
            </a:r>
          </a:p>
          <a:p>
            <a:r>
              <a:rPr dirty="0"/>
              <a:t>Slow/unstable evaluation</a:t>
            </a:r>
          </a:p>
          <a:p>
            <a:r>
              <a:rPr dirty="0"/>
              <a:t>Non-reproducible results (randomness/ties)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+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Play against the bot; inspect principal variation (PV)</a:t>
            </a:r>
          </a:p>
          <a:p>
            <a:r>
              <a:rPr dirty="0"/>
              <a:t>Try your heuristic; measure and iterate</a:t>
            </a:r>
          </a:p>
          <a:p>
            <a:r>
              <a:rPr dirty="0"/>
              <a:t>Post results</a:t>
            </a:r>
            <a:r>
              <a:rPr lang="en-US" dirty="0"/>
              <a:t>, </a:t>
            </a:r>
            <a:r>
              <a:rPr dirty="0"/>
              <a:t>happy to review!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2168</TotalTime>
  <Words>633</Words>
  <Application>Microsoft Office PowerPoint</Application>
  <PresentationFormat>On-screen Show (4:3)</PresentationFormat>
  <Paragraphs>64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Tw Cen MT</vt:lpstr>
      <vt:lpstr>Tw Cen MT Condensed</vt:lpstr>
      <vt:lpstr>Wingdings 3</vt:lpstr>
      <vt:lpstr>Integral</vt:lpstr>
      <vt:lpstr>Beating Mancala with Minimax + Alpha–Beta</vt:lpstr>
      <vt:lpstr>Rules Refresher</vt:lpstr>
      <vt:lpstr>State Representation (engine)</vt:lpstr>
      <vt:lpstr>Engine API We Use</vt:lpstr>
      <vt:lpstr>Simple Evaluation (fast &amp; explainable)</vt:lpstr>
      <vt:lpstr>Minimax (with extra-turn depth rule)</vt:lpstr>
      <vt:lpstr>Alpha–Beta Pruning</vt:lpstr>
      <vt:lpstr>Move Ordering (1-ply scoring)</vt:lpstr>
      <vt:lpstr>Experiments &amp; Metrics</vt:lpstr>
      <vt:lpstr>Exercise (Core)</vt:lpstr>
      <vt:lpstr>Common Pitfalls</vt:lpstr>
      <vt:lpstr>Q&amp;A +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Dang Quang Nguyen</cp:lastModifiedBy>
  <cp:revision>1</cp:revision>
  <dcterms:created xsi:type="dcterms:W3CDTF">2013-01-27T09:14:16Z</dcterms:created>
  <dcterms:modified xsi:type="dcterms:W3CDTF">2025-10-01T03:38:07Z</dcterms:modified>
  <cp:category/>
</cp:coreProperties>
</file>